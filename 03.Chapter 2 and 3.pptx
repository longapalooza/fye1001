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23" r:id="rId1"/>
    <p:sldMasterId id="2147483837" r:id="rId2"/>
  </p:sldMasterIdLst>
  <p:notesMasterIdLst>
    <p:notesMasterId r:id="rId27"/>
  </p:notesMasterIdLst>
  <p:sldIdLst>
    <p:sldId id="344" r:id="rId3"/>
    <p:sldId id="329" r:id="rId4"/>
    <p:sldId id="334" r:id="rId5"/>
    <p:sldId id="323" r:id="rId6"/>
    <p:sldId id="358" r:id="rId7"/>
    <p:sldId id="353" r:id="rId8"/>
    <p:sldId id="356" r:id="rId9"/>
    <p:sldId id="359" r:id="rId10"/>
    <p:sldId id="343" r:id="rId11"/>
    <p:sldId id="341" r:id="rId12"/>
    <p:sldId id="357" r:id="rId13"/>
    <p:sldId id="345" r:id="rId14"/>
    <p:sldId id="360" r:id="rId15"/>
    <p:sldId id="355" r:id="rId16"/>
    <p:sldId id="361" r:id="rId17"/>
    <p:sldId id="362" r:id="rId18"/>
    <p:sldId id="325" r:id="rId19"/>
    <p:sldId id="363" r:id="rId20"/>
    <p:sldId id="364" r:id="rId21"/>
    <p:sldId id="365" r:id="rId22"/>
    <p:sldId id="366" r:id="rId23"/>
    <p:sldId id="367" r:id="rId24"/>
    <p:sldId id="354" r:id="rId25"/>
    <p:sldId id="338"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416">
          <p15:clr>
            <a:srgbClr val="A4A3A4"/>
          </p15:clr>
        </p15:guide>
        <p15:guide id="2" orient="horz" pos="1008">
          <p15:clr>
            <a:srgbClr val="A4A3A4"/>
          </p15:clr>
        </p15:guide>
        <p15:guide id="3"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111" d="100"/>
          <a:sy n="111" d="100"/>
        </p:scale>
        <p:origin x="594" y="108"/>
      </p:cViewPr>
      <p:guideLst>
        <p:guide orient="horz" pos="1416"/>
        <p:guide orient="horz" pos="1008"/>
        <p:guide pos="384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23AAB9-AE21-4C87-BEE3-3AB586E03467}" type="datetimeFigureOut">
              <a:rPr lang="en-US" smtClean="0"/>
              <a:t>9/8/2025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FDE944E-3D49-4B5A-B207-9ABCD9E291BD}" type="slidenum">
              <a:rPr lang="en-US" smtClean="0"/>
              <a:t>‹#›</a:t>
            </a:fld>
            <a:endParaRPr lang="en-US"/>
          </a:p>
        </p:txBody>
      </p:sp>
    </p:spTree>
    <p:extLst>
      <p:ext uri="{BB962C8B-B14F-4D97-AF65-F5344CB8AC3E}">
        <p14:creationId xmlns:p14="http://schemas.microsoft.com/office/powerpoint/2010/main" val="32212263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E09883-B744-4FDD-8623-D69A66650022}" type="slidenum">
              <a:rPr lang="en-US" smtClean="0"/>
              <a:t>1</a:t>
            </a:fld>
            <a:endParaRPr lang="en-US" dirty="0"/>
          </a:p>
        </p:txBody>
      </p:sp>
    </p:spTree>
    <p:extLst>
      <p:ext uri="{BB962C8B-B14F-4D97-AF65-F5344CB8AC3E}">
        <p14:creationId xmlns:p14="http://schemas.microsoft.com/office/powerpoint/2010/main" val="31568146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E09883-B744-4FDD-8623-D69A66650022}" type="slidenum">
              <a:rPr lang="en-US" smtClean="0"/>
              <a:t>2</a:t>
            </a:fld>
            <a:endParaRPr lang="en-US" dirty="0"/>
          </a:p>
        </p:txBody>
      </p:sp>
    </p:spTree>
    <p:extLst>
      <p:ext uri="{BB962C8B-B14F-4D97-AF65-F5344CB8AC3E}">
        <p14:creationId xmlns:p14="http://schemas.microsoft.com/office/powerpoint/2010/main" val="33415518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E09883-B744-4FDD-8623-D69A66650022}" type="slidenum">
              <a:rPr lang="en-US" smtClean="0"/>
              <a:t>3</a:t>
            </a:fld>
            <a:endParaRPr lang="en-US" dirty="0"/>
          </a:p>
        </p:txBody>
      </p:sp>
    </p:spTree>
    <p:extLst>
      <p:ext uri="{BB962C8B-B14F-4D97-AF65-F5344CB8AC3E}">
        <p14:creationId xmlns:p14="http://schemas.microsoft.com/office/powerpoint/2010/main" val="37043637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E09883-B744-4FDD-8623-D69A66650022}" type="slidenum">
              <a:rPr lang="en-US" smtClean="0"/>
              <a:t>4</a:t>
            </a:fld>
            <a:endParaRPr lang="en-US" dirty="0"/>
          </a:p>
        </p:txBody>
      </p:sp>
    </p:spTree>
    <p:extLst>
      <p:ext uri="{BB962C8B-B14F-4D97-AF65-F5344CB8AC3E}">
        <p14:creationId xmlns:p14="http://schemas.microsoft.com/office/powerpoint/2010/main" val="41117108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E09883-B744-4FDD-8623-D69A66650022}" type="slidenum">
              <a:rPr lang="en-US" smtClean="0"/>
              <a:t>5</a:t>
            </a:fld>
            <a:endParaRPr lang="en-US" dirty="0"/>
          </a:p>
        </p:txBody>
      </p:sp>
    </p:spTree>
    <p:extLst>
      <p:ext uri="{BB962C8B-B14F-4D97-AF65-F5344CB8AC3E}">
        <p14:creationId xmlns:p14="http://schemas.microsoft.com/office/powerpoint/2010/main" val="5244353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E09883-B744-4FDD-8623-D69A66650022}" type="slidenum">
              <a:rPr lang="en-US" smtClean="0"/>
              <a:t>6</a:t>
            </a:fld>
            <a:endParaRPr lang="en-US" dirty="0"/>
          </a:p>
        </p:txBody>
      </p:sp>
    </p:spTree>
    <p:extLst>
      <p:ext uri="{BB962C8B-B14F-4D97-AF65-F5344CB8AC3E}">
        <p14:creationId xmlns:p14="http://schemas.microsoft.com/office/powerpoint/2010/main" val="22432580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E09883-B744-4FDD-8623-D69A66650022}" type="slidenum">
              <a:rPr lang="en-US" smtClean="0"/>
              <a:t>7</a:t>
            </a:fld>
            <a:endParaRPr lang="en-US" dirty="0"/>
          </a:p>
        </p:txBody>
      </p:sp>
    </p:spTree>
    <p:extLst>
      <p:ext uri="{BB962C8B-B14F-4D97-AF65-F5344CB8AC3E}">
        <p14:creationId xmlns:p14="http://schemas.microsoft.com/office/powerpoint/2010/main" val="13151681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E09883-B744-4FDD-8623-D69A66650022}" type="slidenum">
              <a:rPr lang="en-US" smtClean="0"/>
              <a:t>8</a:t>
            </a:fld>
            <a:endParaRPr lang="en-US" dirty="0"/>
          </a:p>
        </p:txBody>
      </p:sp>
    </p:spTree>
    <p:extLst>
      <p:ext uri="{BB962C8B-B14F-4D97-AF65-F5344CB8AC3E}">
        <p14:creationId xmlns:p14="http://schemas.microsoft.com/office/powerpoint/2010/main" val="40980814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E09883-B744-4FDD-8623-D69A66650022}" type="slidenum">
              <a:rPr lang="en-US" smtClean="0"/>
              <a:t>9</a:t>
            </a:fld>
            <a:endParaRPr lang="en-US" dirty="0"/>
          </a:p>
        </p:txBody>
      </p:sp>
    </p:spTree>
    <p:extLst>
      <p:ext uri="{BB962C8B-B14F-4D97-AF65-F5344CB8AC3E}">
        <p14:creationId xmlns:p14="http://schemas.microsoft.com/office/powerpoint/2010/main" val="896820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E09883-B744-4FDD-8623-D69A66650022}" type="slidenum">
              <a:rPr lang="en-US" smtClean="0"/>
              <a:t>10</a:t>
            </a:fld>
            <a:endParaRPr lang="en-US" dirty="0"/>
          </a:p>
        </p:txBody>
      </p:sp>
    </p:spTree>
    <p:extLst>
      <p:ext uri="{BB962C8B-B14F-4D97-AF65-F5344CB8AC3E}">
        <p14:creationId xmlns:p14="http://schemas.microsoft.com/office/powerpoint/2010/main" val="3214552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E09883-B744-4FDD-8623-D69A66650022}" type="slidenum">
              <a:rPr lang="en-US" smtClean="0"/>
              <a:t>11</a:t>
            </a:fld>
            <a:endParaRPr lang="en-US" dirty="0"/>
          </a:p>
        </p:txBody>
      </p:sp>
    </p:spTree>
    <p:extLst>
      <p:ext uri="{BB962C8B-B14F-4D97-AF65-F5344CB8AC3E}">
        <p14:creationId xmlns:p14="http://schemas.microsoft.com/office/powerpoint/2010/main" val="14380894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6E09883-B744-4FDD-8623-D69A66650022}"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042577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6E09883-B744-4FDD-8623-D69A66650022}"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415518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6E09883-B744-4FDD-8623-D69A66650022}"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175932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6E09883-B744-4FDD-8623-D69A66650022}"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043637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6E09883-B744-4FDD-8623-D69A66650022}"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432580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6E09883-B744-4FDD-8623-D69A66650022}"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869088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6E09883-B744-4FDD-8623-D69A66650022}"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14552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6E09883-B744-4FDD-8623-D69A66650022}"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151681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6E09883-B744-4FDD-8623-D69A66650022}"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968205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6E09883-B744-4FDD-8623-D69A66650022}"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290382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6E09883-B744-4FDD-8623-D69A66650022}"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219145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6E09883-B744-4FDD-8623-D69A66650022}"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833846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811185" y="629469"/>
            <a:ext cx="7319941" cy="5599062"/>
          </a:xfrm>
        </p:spPr>
        <p:txBody>
          <a:bodyPr lIns="0" tIns="0" rIns="0" bIns="0" anchor="ctr">
            <a:noAutofit/>
          </a:bodyPr>
          <a:lstStyle>
            <a:lvl1pPr marL="0" algn="l">
              <a:lnSpc>
                <a:spcPct val="80000"/>
              </a:lnSpc>
              <a:spcBef>
                <a:spcPts val="0"/>
              </a:spcBef>
              <a:spcAft>
                <a:spcPts val="0"/>
              </a:spcAft>
              <a:defRPr sz="7000"/>
            </a:lvl1pPr>
          </a:lstStyle>
          <a:p>
            <a:r>
              <a:rPr lang="en-US" dirty="0"/>
              <a:t>Click to add title</a:t>
            </a:r>
          </a:p>
        </p:txBody>
      </p:sp>
    </p:spTree>
    <p:extLst>
      <p:ext uri="{BB962C8B-B14F-4D97-AF65-F5344CB8AC3E}">
        <p14:creationId xmlns:p14="http://schemas.microsoft.com/office/powerpoint/2010/main" val="38426769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11185" y="621973"/>
            <a:ext cx="6400800" cy="1828800"/>
          </a:xfrm>
        </p:spPr>
        <p:txBody>
          <a:bodyPr lIns="0" tIns="0" rIns="0" bIns="0">
            <a:noAutofit/>
          </a:bodyPr>
          <a:lstStyle>
            <a:lvl1pPr>
              <a:defRPr baseline="0"/>
            </a:lvl1pPr>
          </a:lstStyle>
          <a:p>
            <a:r>
              <a:rPr lang="en-US" dirty="0"/>
              <a:t>Click to add title</a:t>
            </a:r>
          </a:p>
        </p:txBody>
      </p:sp>
      <p:pic>
        <p:nvPicPr>
          <p:cNvPr id="10" name="Graphic 9">
            <a:extLst>
              <a:ext uri="{FF2B5EF4-FFF2-40B4-BE49-F238E27FC236}">
                <a16:creationId xmlns:a16="http://schemas.microsoft.com/office/drawing/2014/main" id="{B3606A3B-5B75-C830-0580-02B3AF648B3A}"/>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0286" t="49280" r="50286"/>
          <a:stretch/>
        </p:blipFill>
        <p:spPr>
          <a:xfrm>
            <a:off x="8077200" y="0"/>
            <a:ext cx="4114800" cy="3478385"/>
          </a:xfrm>
          <a:custGeom>
            <a:avLst/>
            <a:gdLst>
              <a:gd name="connsiteX0" fmla="*/ 0 w 4114800"/>
              <a:gd name="connsiteY0" fmla="*/ 0 h 5712824"/>
              <a:gd name="connsiteX1" fmla="*/ 4114800 w 4114800"/>
              <a:gd name="connsiteY1" fmla="*/ 0 h 5712824"/>
              <a:gd name="connsiteX2" fmla="*/ 4114800 w 4114800"/>
              <a:gd name="connsiteY2" fmla="*/ 5712824 h 5712824"/>
              <a:gd name="connsiteX3" fmla="*/ 0 w 4114800"/>
              <a:gd name="connsiteY3" fmla="*/ 5712824 h 5712824"/>
            </a:gdLst>
            <a:ahLst/>
            <a:cxnLst>
              <a:cxn ang="0">
                <a:pos x="connsiteX0" y="connsiteY0"/>
              </a:cxn>
              <a:cxn ang="0">
                <a:pos x="connsiteX1" y="connsiteY1"/>
              </a:cxn>
              <a:cxn ang="0">
                <a:pos x="connsiteX2" y="connsiteY2"/>
              </a:cxn>
              <a:cxn ang="0">
                <a:pos x="connsiteX3" y="connsiteY3"/>
              </a:cxn>
            </a:cxnLst>
            <a:rect l="l" t="t" r="r" b="b"/>
            <a:pathLst>
              <a:path w="4114800" h="5712824">
                <a:moveTo>
                  <a:pt x="0" y="0"/>
                </a:moveTo>
                <a:lnTo>
                  <a:pt x="4114800" y="0"/>
                </a:lnTo>
                <a:lnTo>
                  <a:pt x="4114800" y="5712824"/>
                </a:lnTo>
                <a:lnTo>
                  <a:pt x="0" y="5712824"/>
                </a:lnTo>
                <a:close/>
              </a:path>
            </a:pathLst>
          </a:custGeom>
        </p:spPr>
      </p:pic>
      <p:sp>
        <p:nvSpPr>
          <p:cNvPr id="12" name="Oval 11">
            <a:extLst>
              <a:ext uri="{FF2B5EF4-FFF2-40B4-BE49-F238E27FC236}">
                <a16:creationId xmlns:a16="http://schemas.microsoft.com/office/drawing/2014/main" id="{45B92DB2-64DD-608F-360F-52958A93EB5B}"/>
              </a:ext>
              <a:ext uri="{C183D7F6-B498-43B3-948B-1728B52AA6E4}">
                <adec:decorative xmlns:adec="http://schemas.microsoft.com/office/drawing/2017/decorative" val="1"/>
              </a:ext>
            </a:extLst>
          </p:cNvPr>
          <p:cNvSpPr/>
          <p:nvPr/>
        </p:nvSpPr>
        <p:spPr>
          <a:xfrm>
            <a:off x="11255550" y="-382268"/>
            <a:ext cx="1291008" cy="1291008"/>
          </a:xfrm>
          <a:prstGeom prst="ellipse">
            <a:avLst/>
          </a:prstGeom>
          <a:solidFill>
            <a:srgbClr val="CB33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Content Placeholder 5">
            <a:extLst>
              <a:ext uri="{FF2B5EF4-FFF2-40B4-BE49-F238E27FC236}">
                <a16:creationId xmlns:a16="http://schemas.microsoft.com/office/drawing/2014/main" id="{1CA1AC91-E5AE-A457-178C-6A577DAAF4C4}"/>
              </a:ext>
            </a:extLst>
          </p:cNvPr>
          <p:cNvSpPr>
            <a:spLocks noGrp="1"/>
          </p:cNvSpPr>
          <p:nvPr>
            <p:ph sz="quarter" idx="14" hasCustomPrompt="1"/>
          </p:nvPr>
        </p:nvSpPr>
        <p:spPr>
          <a:xfrm>
            <a:off x="811185" y="2774786"/>
            <a:ext cx="6400800" cy="3257550"/>
          </a:xfrm>
        </p:spPr>
        <p:txBody>
          <a:bodyPr lIns="0"/>
          <a:lstStyle>
            <a:lvl1pPr marL="0" indent="0">
              <a:buNone/>
              <a:defRPr sz="2400"/>
            </a:lvl1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514099780"/>
      </p:ext>
    </p:extLst>
  </p:cSld>
  <p:clrMapOvr>
    <a:masterClrMapping/>
  </p:clrMapOvr>
  <p:extLst>
    <p:ext uri="{DCECCB84-F9BA-43D5-87BE-67443E8EF086}">
      <p15:sldGuideLst xmlns:p15="http://schemas.microsoft.com/office/powerpoint/2012/main">
        <p15:guide id="1" pos="3840">
          <p15:clr>
            <a:srgbClr val="FBAE40"/>
          </p15:clr>
        </p15:guide>
        <p15:guide id="2" orient="horz" pos="1008">
          <p15:clr>
            <a:srgbClr val="FBAE40"/>
          </p15:clr>
        </p15:guide>
        <p15:guide id="3" orient="horz" pos="1560">
          <p15:clr>
            <a:srgbClr val="FBAE40"/>
          </p15:clr>
        </p15:guide>
        <p15:guide id="4" pos="312">
          <p15:clr>
            <a:srgbClr val="FBAE40"/>
          </p15:clr>
        </p15:guide>
        <p15:guide id="5" pos="81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 Picture">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F0B2CA14-03DC-FC05-7713-E0261B4B2F3E}"/>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3642" b="69630"/>
          <a:stretch>
            <a:fillRect/>
          </a:stretch>
        </p:blipFill>
        <p:spPr>
          <a:xfrm>
            <a:off x="5262" y="5114303"/>
            <a:ext cx="6608233" cy="2082800"/>
          </a:xfrm>
          <a:custGeom>
            <a:avLst/>
            <a:gdLst>
              <a:gd name="connsiteX0" fmla="*/ 0 w 6608233"/>
              <a:gd name="connsiteY0" fmla="*/ 0 h 2082800"/>
              <a:gd name="connsiteX1" fmla="*/ 6608233 w 6608233"/>
              <a:gd name="connsiteY1" fmla="*/ 0 h 2082800"/>
              <a:gd name="connsiteX2" fmla="*/ 6608233 w 6608233"/>
              <a:gd name="connsiteY2" fmla="*/ 2082800 h 2082800"/>
              <a:gd name="connsiteX3" fmla="*/ 0 w 6608233"/>
              <a:gd name="connsiteY3" fmla="*/ 2082800 h 2082800"/>
            </a:gdLst>
            <a:ahLst/>
            <a:cxnLst>
              <a:cxn ang="0">
                <a:pos x="connsiteX0" y="connsiteY0"/>
              </a:cxn>
              <a:cxn ang="0">
                <a:pos x="connsiteX1" y="connsiteY1"/>
              </a:cxn>
              <a:cxn ang="0">
                <a:pos x="connsiteX2" y="connsiteY2"/>
              </a:cxn>
              <a:cxn ang="0">
                <a:pos x="connsiteX3" y="connsiteY3"/>
              </a:cxn>
            </a:cxnLst>
            <a:rect l="l" t="t" r="r" b="b"/>
            <a:pathLst>
              <a:path w="6608233" h="2082800">
                <a:moveTo>
                  <a:pt x="0" y="0"/>
                </a:moveTo>
                <a:lnTo>
                  <a:pt x="6608233" y="0"/>
                </a:lnTo>
                <a:lnTo>
                  <a:pt x="6608233" y="2082800"/>
                </a:lnTo>
                <a:lnTo>
                  <a:pt x="0" y="2082800"/>
                </a:lnTo>
                <a:close/>
              </a:path>
            </a:pathLst>
          </a:custGeom>
        </p:spPr>
      </p:pic>
      <p:sp>
        <p:nvSpPr>
          <p:cNvPr id="5" name="Freeform 4">
            <a:extLst>
              <a:ext uri="{FF2B5EF4-FFF2-40B4-BE49-F238E27FC236}">
                <a16:creationId xmlns:a16="http://schemas.microsoft.com/office/drawing/2014/main" id="{5EC223C2-E475-8E7A-48D4-A9BC2EB6931C}"/>
              </a:ext>
              <a:ext uri="{C183D7F6-B498-43B3-948B-1728B52AA6E4}">
                <adec:decorative xmlns:adec="http://schemas.microsoft.com/office/drawing/2017/decorative" val="1"/>
              </a:ext>
            </a:extLst>
          </p:cNvPr>
          <p:cNvSpPr/>
          <p:nvPr/>
        </p:nvSpPr>
        <p:spPr>
          <a:xfrm>
            <a:off x="9773460" y="1013569"/>
            <a:ext cx="2692400" cy="2692400"/>
          </a:xfrm>
          <a:custGeom>
            <a:avLst/>
            <a:gdLst>
              <a:gd name="connsiteX0" fmla="*/ 1346200 w 2692400"/>
              <a:gd name="connsiteY0" fmla="*/ 0 h 2692400"/>
              <a:gd name="connsiteX1" fmla="*/ 2692400 w 2692400"/>
              <a:gd name="connsiteY1" fmla="*/ 1346200 h 2692400"/>
              <a:gd name="connsiteX2" fmla="*/ 1346200 w 2692400"/>
              <a:gd name="connsiteY2" fmla="*/ 2692400 h 2692400"/>
              <a:gd name="connsiteX3" fmla="*/ 0 w 2692400"/>
              <a:gd name="connsiteY3" fmla="*/ 1346200 h 2692400"/>
              <a:gd name="connsiteX4" fmla="*/ 1346200 w 2692400"/>
              <a:gd name="connsiteY4" fmla="*/ 0 h 2692400"/>
              <a:gd name="connsiteX5" fmla="*/ 1346199 w 2692400"/>
              <a:gd name="connsiteY5" fmla="*/ 457130 h 2692400"/>
              <a:gd name="connsiteX6" fmla="*/ 457130 w 2692400"/>
              <a:gd name="connsiteY6" fmla="*/ 1346199 h 2692400"/>
              <a:gd name="connsiteX7" fmla="*/ 1346199 w 2692400"/>
              <a:gd name="connsiteY7" fmla="*/ 2235268 h 2692400"/>
              <a:gd name="connsiteX8" fmla="*/ 2235268 w 2692400"/>
              <a:gd name="connsiteY8" fmla="*/ 1346199 h 2692400"/>
              <a:gd name="connsiteX9" fmla="*/ 1346199 w 2692400"/>
              <a:gd name="connsiteY9" fmla="*/ 457130 h 269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2400" h="2692400">
                <a:moveTo>
                  <a:pt x="1346200" y="0"/>
                </a:moveTo>
                <a:cubicBezTo>
                  <a:pt x="2089686" y="0"/>
                  <a:pt x="2692400" y="602714"/>
                  <a:pt x="2692400" y="1346200"/>
                </a:cubicBezTo>
                <a:cubicBezTo>
                  <a:pt x="2692400" y="2089686"/>
                  <a:pt x="2089686" y="2692400"/>
                  <a:pt x="1346200" y="2692400"/>
                </a:cubicBezTo>
                <a:cubicBezTo>
                  <a:pt x="602714" y="2692400"/>
                  <a:pt x="0" y="2089686"/>
                  <a:pt x="0" y="1346200"/>
                </a:cubicBezTo>
                <a:cubicBezTo>
                  <a:pt x="0" y="602714"/>
                  <a:pt x="602714" y="0"/>
                  <a:pt x="1346200" y="0"/>
                </a:cubicBezTo>
                <a:close/>
                <a:moveTo>
                  <a:pt x="1346199" y="457130"/>
                </a:moveTo>
                <a:cubicBezTo>
                  <a:pt x="855180" y="457130"/>
                  <a:pt x="457130" y="855180"/>
                  <a:pt x="457130" y="1346199"/>
                </a:cubicBezTo>
                <a:cubicBezTo>
                  <a:pt x="457130" y="1837218"/>
                  <a:pt x="855180" y="2235268"/>
                  <a:pt x="1346199" y="2235268"/>
                </a:cubicBezTo>
                <a:cubicBezTo>
                  <a:pt x="1837218" y="2235268"/>
                  <a:pt x="2235268" y="1837218"/>
                  <a:pt x="2235268" y="1346199"/>
                </a:cubicBezTo>
                <a:cubicBezTo>
                  <a:pt x="2235268" y="855180"/>
                  <a:pt x="1837218" y="457130"/>
                  <a:pt x="1346199" y="457130"/>
                </a:cubicBezTo>
                <a:close/>
              </a:path>
            </a:pathLst>
          </a:custGeom>
          <a:solidFill>
            <a:srgbClr val="D4EDF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Oval 5">
            <a:extLst>
              <a:ext uri="{FF2B5EF4-FFF2-40B4-BE49-F238E27FC236}">
                <a16:creationId xmlns:a16="http://schemas.microsoft.com/office/drawing/2014/main" id="{1BD9D7CE-BCD9-0B12-1945-C5FFE31A7DAE}"/>
              </a:ext>
              <a:ext uri="{C183D7F6-B498-43B3-948B-1728B52AA6E4}">
                <adec:decorative xmlns:adec="http://schemas.microsoft.com/office/drawing/2017/decorative" val="1"/>
              </a:ext>
            </a:extLst>
          </p:cNvPr>
          <p:cNvSpPr/>
          <p:nvPr/>
        </p:nvSpPr>
        <p:spPr>
          <a:xfrm>
            <a:off x="9130210" y="-230369"/>
            <a:ext cx="2115351" cy="2115351"/>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Title 1">
            <a:extLst>
              <a:ext uri="{FF2B5EF4-FFF2-40B4-BE49-F238E27FC236}">
                <a16:creationId xmlns:a16="http://schemas.microsoft.com/office/drawing/2014/main" id="{9455275E-28AB-F0B7-E799-5116B11205DF}"/>
              </a:ext>
            </a:extLst>
          </p:cNvPr>
          <p:cNvSpPr>
            <a:spLocks noGrp="1"/>
          </p:cNvSpPr>
          <p:nvPr>
            <p:ph type="title" hasCustomPrompt="1"/>
          </p:nvPr>
        </p:nvSpPr>
        <p:spPr>
          <a:xfrm>
            <a:off x="811185" y="827307"/>
            <a:ext cx="6400800" cy="5203387"/>
          </a:xfrm>
        </p:spPr>
        <p:txBody>
          <a:bodyPr lIns="0" tIns="0" rIns="0" bIns="0" anchor="ctr">
            <a:noAutofit/>
          </a:bodyPr>
          <a:lstStyle>
            <a:lvl1pPr>
              <a:defRPr sz="5400"/>
            </a:lvl1pPr>
          </a:lstStyle>
          <a:p>
            <a:r>
              <a:rPr lang="en-US" dirty="0"/>
              <a:t>Click to add title</a:t>
            </a:r>
          </a:p>
        </p:txBody>
      </p:sp>
      <p:sp>
        <p:nvSpPr>
          <p:cNvPr id="13" name="Picture Placeholder 12">
            <a:extLst>
              <a:ext uri="{FF2B5EF4-FFF2-40B4-BE49-F238E27FC236}">
                <a16:creationId xmlns:a16="http://schemas.microsoft.com/office/drawing/2014/main" id="{97BD7E0A-39A9-0CF7-F1CE-E777075BFAA9}"/>
              </a:ext>
            </a:extLst>
          </p:cNvPr>
          <p:cNvSpPr>
            <a:spLocks noGrp="1"/>
          </p:cNvSpPr>
          <p:nvPr>
            <p:ph type="pic" sz="quarter" idx="15"/>
          </p:nvPr>
        </p:nvSpPr>
        <p:spPr>
          <a:xfrm>
            <a:off x="7924225" y="2257196"/>
            <a:ext cx="3456590" cy="3456590"/>
          </a:xfrm>
          <a:custGeom>
            <a:avLst/>
            <a:gdLst>
              <a:gd name="connsiteX0" fmla="*/ 1728295 w 3456590"/>
              <a:gd name="connsiteY0" fmla="*/ 0 h 3456590"/>
              <a:gd name="connsiteX1" fmla="*/ 3456590 w 3456590"/>
              <a:gd name="connsiteY1" fmla="*/ 1728295 h 3456590"/>
              <a:gd name="connsiteX2" fmla="*/ 1728295 w 3456590"/>
              <a:gd name="connsiteY2" fmla="*/ 3456590 h 3456590"/>
              <a:gd name="connsiteX3" fmla="*/ 0 w 3456590"/>
              <a:gd name="connsiteY3" fmla="*/ 1728295 h 3456590"/>
              <a:gd name="connsiteX4" fmla="*/ 1728295 w 3456590"/>
              <a:gd name="connsiteY4" fmla="*/ 0 h 3456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6590" h="3456590">
                <a:moveTo>
                  <a:pt x="1728295" y="0"/>
                </a:moveTo>
                <a:cubicBezTo>
                  <a:pt x="2682806" y="0"/>
                  <a:pt x="3456590" y="773784"/>
                  <a:pt x="3456590" y="1728295"/>
                </a:cubicBezTo>
                <a:cubicBezTo>
                  <a:pt x="3456590" y="2682806"/>
                  <a:pt x="2682806" y="3456590"/>
                  <a:pt x="1728295" y="3456590"/>
                </a:cubicBezTo>
                <a:cubicBezTo>
                  <a:pt x="773784" y="3456590"/>
                  <a:pt x="0" y="2682806"/>
                  <a:pt x="0" y="1728295"/>
                </a:cubicBezTo>
                <a:cubicBezTo>
                  <a:pt x="0" y="773784"/>
                  <a:pt x="773784" y="0"/>
                  <a:pt x="1728295" y="0"/>
                </a:cubicBezTo>
                <a:close/>
              </a:path>
            </a:pathLst>
          </a:custGeom>
          <a:ln w="57150">
            <a:noFill/>
          </a:ln>
        </p:spPr>
        <p:txBody>
          <a:bodyPr wrap="square" tIns="1371600">
            <a:noAutofit/>
          </a:bodyPr>
          <a:lstStyle>
            <a:lvl1pPr marL="0" indent="0" algn="ctr">
              <a:buNone/>
              <a:defRPr sz="1600"/>
            </a:lvl1pPr>
          </a:lstStyle>
          <a:p>
            <a:r>
              <a:rPr lang="en-US"/>
              <a:t>Click icon to add picture</a:t>
            </a:r>
            <a:endParaRPr lang="en-US" dirty="0"/>
          </a:p>
        </p:txBody>
      </p:sp>
    </p:spTree>
    <p:extLst>
      <p:ext uri="{BB962C8B-B14F-4D97-AF65-F5344CB8AC3E}">
        <p14:creationId xmlns:p14="http://schemas.microsoft.com/office/powerpoint/2010/main" val="1135871987"/>
      </p:ext>
    </p:extLst>
  </p:cSld>
  <p:clrMapOvr>
    <a:masterClrMapping/>
  </p:clrMapOvr>
  <p:extLst>
    <p:ext uri="{DCECCB84-F9BA-43D5-87BE-67443E8EF086}">
      <p15:sldGuideLst xmlns:p15="http://schemas.microsoft.com/office/powerpoint/2012/main">
        <p15:guide id="1" pos="3840">
          <p15:clr>
            <a:srgbClr val="FBAE40"/>
          </p15:clr>
        </p15:guide>
        <p15:guide id="2" orient="horz" pos="1008">
          <p15:clr>
            <a:srgbClr val="FBAE40"/>
          </p15:clr>
        </p15:guide>
        <p15:guide id="3" orient="horz" pos="1560">
          <p15:clr>
            <a:srgbClr val="FBAE40"/>
          </p15:clr>
        </p15:guide>
        <p15:guide id="4" pos="312">
          <p15:clr>
            <a:srgbClr val="FBAE40"/>
          </p15:clr>
        </p15:guide>
        <p15:guide id="5" pos="816">
          <p15:clr>
            <a:srgbClr val="FBAE40"/>
          </p15:clr>
        </p15:guide>
        <p15:guide id="6" pos="7344">
          <p15:clr>
            <a:srgbClr val="FBAE40"/>
          </p15:clr>
        </p15:guide>
        <p15:guide id="7" orient="horz" pos="1416">
          <p15:clr>
            <a:srgbClr val="FBAE40"/>
          </p15:clr>
        </p15:guide>
        <p15:guide id="9" orient="horz" pos="384">
          <p15:clr>
            <a:srgbClr val="FBAE40"/>
          </p15:clr>
        </p15:guide>
        <p15:guide id="10" orient="horz" pos="374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 Subtitle">
    <p:spTree>
      <p:nvGrpSpPr>
        <p:cNvPr id="1" name=""/>
        <p:cNvGrpSpPr/>
        <p:nvPr/>
      </p:nvGrpSpPr>
      <p:grpSpPr>
        <a:xfrm>
          <a:off x="0" y="0"/>
          <a:ext cx="0" cy="0"/>
          <a:chOff x="0" y="0"/>
          <a:chExt cx="0" cy="0"/>
        </a:xfrm>
      </p:grpSpPr>
      <p:pic>
        <p:nvPicPr>
          <p:cNvPr id="2" name="Object 1">
            <a:extLst>
              <a:ext uri="{FF2B5EF4-FFF2-40B4-BE49-F238E27FC236}">
                <a16:creationId xmlns:a16="http://schemas.microsoft.com/office/drawing/2014/main" id="{269C21E5-B8EE-7438-A771-34BC8006E138}"/>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rcRect t="-6216"/>
          <a:stretch/>
        </p:blipFill>
        <p:spPr>
          <a:xfrm>
            <a:off x="10173182" y="-246461"/>
            <a:ext cx="1574573" cy="4211489"/>
          </a:xfrm>
          <a:prstGeom prst="rect">
            <a:avLst/>
          </a:prstGeom>
        </p:spPr>
      </p:pic>
      <p:sp>
        <p:nvSpPr>
          <p:cNvPr id="3" name="Oval 2">
            <a:extLst>
              <a:ext uri="{FF2B5EF4-FFF2-40B4-BE49-F238E27FC236}">
                <a16:creationId xmlns:a16="http://schemas.microsoft.com/office/drawing/2014/main" id="{18F333FA-6DDE-DB6C-73BB-FE8387977425}"/>
              </a:ext>
              <a:ext uri="{C183D7F6-B498-43B3-948B-1728B52AA6E4}">
                <adec:decorative xmlns:adec="http://schemas.microsoft.com/office/drawing/2017/decorative" val="1"/>
              </a:ext>
            </a:extLst>
          </p:cNvPr>
          <p:cNvSpPr/>
          <p:nvPr/>
        </p:nvSpPr>
        <p:spPr>
          <a:xfrm>
            <a:off x="10173181" y="4281054"/>
            <a:ext cx="1574573" cy="1572768"/>
          </a:xfrm>
          <a:prstGeom prst="ellipse">
            <a:avLst/>
          </a:prstGeom>
          <a:solidFill>
            <a:srgbClr val="CB33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Title 1">
            <a:extLst>
              <a:ext uri="{FF2B5EF4-FFF2-40B4-BE49-F238E27FC236}">
                <a16:creationId xmlns:a16="http://schemas.microsoft.com/office/drawing/2014/main" id="{AB87953E-96F2-8BCC-B295-E1033E7D2747}"/>
              </a:ext>
            </a:extLst>
          </p:cNvPr>
          <p:cNvSpPr>
            <a:spLocks noGrp="1"/>
          </p:cNvSpPr>
          <p:nvPr>
            <p:ph type="title" hasCustomPrompt="1"/>
          </p:nvPr>
        </p:nvSpPr>
        <p:spPr>
          <a:xfrm>
            <a:off x="811185" y="621972"/>
            <a:ext cx="7599718" cy="3051394"/>
          </a:xfrm>
        </p:spPr>
        <p:txBody>
          <a:bodyPr lIns="0" tIns="0" rIns="0" bIns="0" anchor="b">
            <a:noAutofit/>
          </a:bodyPr>
          <a:lstStyle>
            <a:lvl1pPr>
              <a:defRPr sz="5400"/>
            </a:lvl1pPr>
          </a:lstStyle>
          <a:p>
            <a:r>
              <a:rPr lang="en-US" dirty="0"/>
              <a:t>Click to add title</a:t>
            </a:r>
          </a:p>
        </p:txBody>
      </p:sp>
      <p:sp>
        <p:nvSpPr>
          <p:cNvPr id="6" name="Text Placeholder 15">
            <a:extLst>
              <a:ext uri="{FF2B5EF4-FFF2-40B4-BE49-F238E27FC236}">
                <a16:creationId xmlns:a16="http://schemas.microsoft.com/office/drawing/2014/main" id="{0A627B70-91C8-40B9-6189-B29749FF6E92}"/>
              </a:ext>
            </a:extLst>
          </p:cNvPr>
          <p:cNvSpPr>
            <a:spLocks noGrp="1"/>
          </p:cNvSpPr>
          <p:nvPr>
            <p:ph type="body" sz="quarter" idx="14" hasCustomPrompt="1"/>
          </p:nvPr>
        </p:nvSpPr>
        <p:spPr>
          <a:xfrm>
            <a:off x="811185" y="3965028"/>
            <a:ext cx="7599718" cy="1493781"/>
          </a:xfrm>
        </p:spPr>
        <p:txBody>
          <a:bodyPr lIns="0" tIns="0" rIns="0" bIns="0">
            <a:noAutofit/>
          </a:bodyPr>
          <a:lstStyle>
            <a:lvl1pPr marL="0" indent="0">
              <a:buNone/>
              <a:defRPr sz="2400" b="1" i="0">
                <a:solidFill>
                  <a:schemeClr val="accent4"/>
                </a:solidFill>
                <a:latin typeface="+mj-lt"/>
                <a:cs typeface="Arial" panose="020B0604020202020204" pitchFamily="34" charset="0"/>
              </a:defRPr>
            </a:lvl1pPr>
            <a:lvl2pPr marL="457200" indent="0">
              <a:buNone/>
              <a:defRPr sz="1800" b="1" i="0">
                <a:latin typeface="Arial Black" panose="020B0604020202020204" pitchFamily="34" charset="0"/>
                <a:cs typeface="Arial Black" panose="020B0604020202020204" pitchFamily="34" charset="0"/>
              </a:defRPr>
            </a:lvl2pPr>
          </a:lstStyle>
          <a:p>
            <a:r>
              <a:rPr lang="en-US" dirty="0"/>
              <a:t>Click to add subtitle</a:t>
            </a:r>
          </a:p>
        </p:txBody>
      </p:sp>
    </p:spTree>
    <p:extLst>
      <p:ext uri="{BB962C8B-B14F-4D97-AF65-F5344CB8AC3E}">
        <p14:creationId xmlns:p14="http://schemas.microsoft.com/office/powerpoint/2010/main" val="3516238456"/>
      </p:ext>
    </p:extLst>
  </p:cSld>
  <p:clrMapOvr>
    <a:masterClrMapping/>
  </p:clrMapOvr>
  <p:extLst>
    <p:ext uri="{DCECCB84-F9BA-43D5-87BE-67443E8EF086}">
      <p15:sldGuideLst xmlns:p15="http://schemas.microsoft.com/office/powerpoint/2012/main">
        <p15:guide id="1" pos="3840">
          <p15:clr>
            <a:srgbClr val="FBAE40"/>
          </p15:clr>
        </p15:guide>
        <p15:guide id="2" orient="horz" pos="1008">
          <p15:clr>
            <a:srgbClr val="FBAE40"/>
          </p15:clr>
        </p15:guide>
        <p15:guide id="3" orient="horz" pos="1560">
          <p15:clr>
            <a:srgbClr val="FBAE40"/>
          </p15:clr>
        </p15:guide>
        <p15:guide id="4" pos="312">
          <p15:clr>
            <a:srgbClr val="FBAE40"/>
          </p15:clr>
        </p15:guide>
        <p15:guide id="5" pos="816">
          <p15:clr>
            <a:srgbClr val="FBAE40"/>
          </p15:clr>
        </p15:guide>
        <p15:guide id="6" pos="7344">
          <p15:clr>
            <a:srgbClr val="FBAE40"/>
          </p15:clr>
        </p15:guide>
        <p15:guide id="7" orient="horz" pos="1416">
          <p15:clr>
            <a:srgbClr val="FBAE40"/>
          </p15:clr>
        </p15:guide>
        <p15:guide id="9" orient="horz" pos="384">
          <p15:clr>
            <a:srgbClr val="FBAE40"/>
          </p15:clr>
        </p15:guide>
        <p15:guide id="10" orient="horz" pos="3744">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87C12813-DBA6-41C2-2418-83919E059FED}"/>
              </a:ext>
              <a:ext uri="{C183D7F6-B498-43B3-948B-1728B52AA6E4}">
                <adec:decorative xmlns:adec="http://schemas.microsoft.com/office/drawing/2017/decorative" val="1"/>
              </a:ext>
            </a:extLst>
          </p:cNvPr>
          <p:cNvGrpSpPr/>
          <p:nvPr/>
        </p:nvGrpSpPr>
        <p:grpSpPr>
          <a:xfrm rot="10800000">
            <a:off x="882973" y="0"/>
            <a:ext cx="2133966" cy="2133967"/>
            <a:chOff x="9654700" y="2229294"/>
            <a:chExt cx="2133966" cy="2133967"/>
          </a:xfrm>
        </p:grpSpPr>
        <p:sp>
          <p:nvSpPr>
            <p:cNvPr id="5" name="Freeform 4">
              <a:extLst>
                <a:ext uri="{FF2B5EF4-FFF2-40B4-BE49-F238E27FC236}">
                  <a16:creationId xmlns:a16="http://schemas.microsoft.com/office/drawing/2014/main" id="{C2A74540-7988-B712-8AB1-9EE03FE1EC8A}"/>
                </a:ext>
              </a:extLst>
            </p:cNvPr>
            <p:cNvSpPr/>
            <p:nvPr/>
          </p:nvSpPr>
          <p:spPr>
            <a:xfrm>
              <a:off x="9655348" y="3309113"/>
              <a:ext cx="2132669" cy="1054148"/>
            </a:xfrm>
            <a:custGeom>
              <a:avLst/>
              <a:gdLst>
                <a:gd name="connsiteX0" fmla="*/ 1345382 w 2690764"/>
                <a:gd name="connsiteY0" fmla="*/ 0 h 1330006"/>
                <a:gd name="connsiteX1" fmla="*/ 2684632 w 2690764"/>
                <a:gd name="connsiteY1" fmla="*/ 1208559 h 1330006"/>
                <a:gd name="connsiteX2" fmla="*/ 2690764 w 2690764"/>
                <a:gd name="connsiteY2" fmla="*/ 1330006 h 1330006"/>
                <a:gd name="connsiteX3" fmla="*/ 0 w 2690764"/>
                <a:gd name="connsiteY3" fmla="*/ 1330006 h 1330006"/>
                <a:gd name="connsiteX4" fmla="*/ 6132 w 2690764"/>
                <a:gd name="connsiteY4" fmla="*/ 1208559 h 1330006"/>
                <a:gd name="connsiteX5" fmla="*/ 1345382 w 2690764"/>
                <a:gd name="connsiteY5" fmla="*/ 0 h 1330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90764" h="1330006">
                  <a:moveTo>
                    <a:pt x="1345382" y="0"/>
                  </a:moveTo>
                  <a:cubicBezTo>
                    <a:pt x="2042400" y="0"/>
                    <a:pt x="2615693" y="529729"/>
                    <a:pt x="2684632" y="1208559"/>
                  </a:cubicBezTo>
                  <a:lnTo>
                    <a:pt x="2690764" y="1330006"/>
                  </a:lnTo>
                  <a:lnTo>
                    <a:pt x="0" y="1330006"/>
                  </a:lnTo>
                  <a:lnTo>
                    <a:pt x="6132" y="1208559"/>
                  </a:lnTo>
                  <a:cubicBezTo>
                    <a:pt x="75071" y="529729"/>
                    <a:pt x="648364" y="0"/>
                    <a:pt x="134538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5">
              <a:extLst>
                <a:ext uri="{FF2B5EF4-FFF2-40B4-BE49-F238E27FC236}">
                  <a16:creationId xmlns:a16="http://schemas.microsoft.com/office/drawing/2014/main" id="{736CF9A1-91DA-6419-08F2-4CC262EA4D1E}"/>
                </a:ext>
              </a:extLst>
            </p:cNvPr>
            <p:cNvSpPr/>
            <p:nvPr/>
          </p:nvSpPr>
          <p:spPr>
            <a:xfrm>
              <a:off x="9654700" y="2229294"/>
              <a:ext cx="2133966" cy="1079818"/>
            </a:xfrm>
            <a:custGeom>
              <a:avLst/>
              <a:gdLst>
                <a:gd name="connsiteX0" fmla="*/ 818 w 2692400"/>
                <a:gd name="connsiteY0" fmla="*/ 0 h 1362394"/>
                <a:gd name="connsiteX1" fmla="*/ 2691582 w 2692400"/>
                <a:gd name="connsiteY1" fmla="*/ 0 h 1362394"/>
                <a:gd name="connsiteX2" fmla="*/ 2692400 w 2692400"/>
                <a:gd name="connsiteY2" fmla="*/ 16194 h 1362394"/>
                <a:gd name="connsiteX3" fmla="*/ 1346200 w 2692400"/>
                <a:gd name="connsiteY3" fmla="*/ 1362394 h 1362394"/>
                <a:gd name="connsiteX4" fmla="*/ 0 w 2692400"/>
                <a:gd name="connsiteY4" fmla="*/ 16194 h 1362394"/>
                <a:gd name="connsiteX5" fmla="*/ 818 w 2692400"/>
                <a:gd name="connsiteY5" fmla="*/ 0 h 1362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92400" h="1362394">
                  <a:moveTo>
                    <a:pt x="818" y="0"/>
                  </a:moveTo>
                  <a:lnTo>
                    <a:pt x="2691582" y="0"/>
                  </a:lnTo>
                  <a:lnTo>
                    <a:pt x="2692400" y="16194"/>
                  </a:lnTo>
                  <a:cubicBezTo>
                    <a:pt x="2692400" y="759680"/>
                    <a:pt x="2089686" y="1362394"/>
                    <a:pt x="1346200" y="1362394"/>
                  </a:cubicBezTo>
                  <a:cubicBezTo>
                    <a:pt x="602714" y="1362394"/>
                    <a:pt x="0" y="759680"/>
                    <a:pt x="0" y="16194"/>
                  </a:cubicBezTo>
                  <a:lnTo>
                    <a:pt x="818" y="0"/>
                  </a:lnTo>
                  <a:close/>
                </a:path>
              </a:pathLst>
            </a:custGeom>
            <a:solidFill>
              <a:srgbClr val="D4EDF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pic>
        <p:nvPicPr>
          <p:cNvPr id="9" name="Graphic 8">
            <a:extLst>
              <a:ext uri="{FF2B5EF4-FFF2-40B4-BE49-F238E27FC236}">
                <a16:creationId xmlns:a16="http://schemas.microsoft.com/office/drawing/2014/main" id="{AAAE3BC0-55AE-B520-F2B8-50BF886EF7EA}"/>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 t="52884" r="47081"/>
          <a:stretch/>
        </p:blipFill>
        <p:spPr>
          <a:xfrm flipH="1" flipV="1">
            <a:off x="-1" y="3626778"/>
            <a:ext cx="3629203" cy="3231221"/>
          </a:xfrm>
          <a:custGeom>
            <a:avLst/>
            <a:gdLst>
              <a:gd name="connsiteX0" fmla="*/ 0 w 4474331"/>
              <a:gd name="connsiteY0" fmla="*/ 0 h 3231221"/>
              <a:gd name="connsiteX1" fmla="*/ 4474331 w 4474331"/>
              <a:gd name="connsiteY1" fmla="*/ 0 h 3231221"/>
              <a:gd name="connsiteX2" fmla="*/ 4474331 w 4474331"/>
              <a:gd name="connsiteY2" fmla="*/ 3231221 h 3231221"/>
              <a:gd name="connsiteX3" fmla="*/ 0 w 4474331"/>
              <a:gd name="connsiteY3" fmla="*/ 3231221 h 3231221"/>
            </a:gdLst>
            <a:ahLst/>
            <a:cxnLst>
              <a:cxn ang="0">
                <a:pos x="connsiteX0" y="connsiteY0"/>
              </a:cxn>
              <a:cxn ang="0">
                <a:pos x="connsiteX1" y="connsiteY1"/>
              </a:cxn>
              <a:cxn ang="0">
                <a:pos x="connsiteX2" y="connsiteY2"/>
              </a:cxn>
              <a:cxn ang="0">
                <a:pos x="connsiteX3" y="connsiteY3"/>
              </a:cxn>
            </a:cxnLst>
            <a:rect l="l" t="t" r="r" b="b"/>
            <a:pathLst>
              <a:path w="4474331" h="3231221">
                <a:moveTo>
                  <a:pt x="0" y="0"/>
                </a:moveTo>
                <a:lnTo>
                  <a:pt x="4474331" y="0"/>
                </a:lnTo>
                <a:lnTo>
                  <a:pt x="4474331" y="3231221"/>
                </a:lnTo>
                <a:lnTo>
                  <a:pt x="0" y="3231221"/>
                </a:lnTo>
                <a:close/>
              </a:path>
            </a:pathLst>
          </a:custGeom>
        </p:spPr>
      </p:pic>
      <p:sp>
        <p:nvSpPr>
          <p:cNvPr id="14" name="Title 1">
            <a:extLst>
              <a:ext uri="{FF2B5EF4-FFF2-40B4-BE49-F238E27FC236}">
                <a16:creationId xmlns:a16="http://schemas.microsoft.com/office/drawing/2014/main" id="{7B29A2F3-C289-9762-6F9F-DA18D322DF07}"/>
              </a:ext>
            </a:extLst>
          </p:cNvPr>
          <p:cNvSpPr>
            <a:spLocks noGrp="1"/>
          </p:cNvSpPr>
          <p:nvPr>
            <p:ph type="title" hasCustomPrompt="1"/>
          </p:nvPr>
        </p:nvSpPr>
        <p:spPr>
          <a:xfrm>
            <a:off x="4953000" y="621972"/>
            <a:ext cx="6400800" cy="1828800"/>
          </a:xfrm>
        </p:spPr>
        <p:txBody>
          <a:bodyPr lIns="0" tIns="0" rIns="0" bIns="0">
            <a:noAutofit/>
          </a:bodyPr>
          <a:lstStyle/>
          <a:p>
            <a:r>
              <a:rPr lang="en-US" dirty="0"/>
              <a:t>Click to add title</a:t>
            </a:r>
          </a:p>
        </p:txBody>
      </p:sp>
      <p:sp>
        <p:nvSpPr>
          <p:cNvPr id="2" name="Content Placeholder 2">
            <a:extLst>
              <a:ext uri="{FF2B5EF4-FFF2-40B4-BE49-F238E27FC236}">
                <a16:creationId xmlns:a16="http://schemas.microsoft.com/office/drawing/2014/main" id="{8F2A1870-E86B-5125-7AB3-A1F5DF7E7528}"/>
              </a:ext>
            </a:extLst>
          </p:cNvPr>
          <p:cNvSpPr>
            <a:spLocks noGrp="1"/>
          </p:cNvSpPr>
          <p:nvPr>
            <p:ph sz="quarter" idx="26" hasCustomPrompt="1"/>
          </p:nvPr>
        </p:nvSpPr>
        <p:spPr>
          <a:xfrm>
            <a:off x="4953000" y="2768043"/>
            <a:ext cx="6400799" cy="3231221"/>
          </a:xfrm>
        </p:spPr>
        <p:txBody>
          <a:bodyPr lIns="0" tIns="0" rIns="0" bIns="0"/>
          <a:lstStyle>
            <a:lvl1pPr marL="0" indent="0">
              <a:buNone/>
              <a:defRPr sz="1800"/>
            </a:lvl1pPr>
            <a:lvl2pPr marL="411480">
              <a:defRPr sz="1600"/>
            </a:lvl2pPr>
            <a:lvl3pPr marL="685800">
              <a:defRPr sz="1400"/>
            </a:lvl3pPr>
            <a:lvl4pPr marL="1051560">
              <a:defRPr sz="1200"/>
            </a:lvl4pPr>
            <a:lvl5pPr marL="1417320">
              <a:defRPr sz="10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98677557"/>
      </p:ext>
    </p:extLst>
  </p:cSld>
  <p:clrMapOvr>
    <a:masterClrMapping/>
  </p:clrMapOvr>
  <p:extLst>
    <p:ext uri="{DCECCB84-F9BA-43D5-87BE-67443E8EF086}">
      <p15:sldGuideLst xmlns:p15="http://schemas.microsoft.com/office/powerpoint/2012/main">
        <p15:guide id="1" pos="3840">
          <p15:clr>
            <a:srgbClr val="FBAE40"/>
          </p15:clr>
        </p15:guide>
        <p15:guide id="2" orient="horz" pos="1008">
          <p15:clr>
            <a:srgbClr val="FBAE40"/>
          </p15:clr>
        </p15:guide>
        <p15:guide id="3" orient="horz" pos="1560">
          <p15:clr>
            <a:srgbClr val="FBAE40"/>
          </p15:clr>
        </p15:guide>
        <p15:guide id="4" pos="312">
          <p15:clr>
            <a:srgbClr val="FBAE40"/>
          </p15:clr>
        </p15:guide>
        <p15:guide id="5" pos="816">
          <p15:clr>
            <a:srgbClr val="FBAE40"/>
          </p15:clr>
        </p15:guide>
        <p15:guide id="6" pos="7344">
          <p15:clr>
            <a:srgbClr val="FBAE40"/>
          </p15:clr>
        </p15:guide>
        <p15:guide id="7" orient="horz" pos="1416">
          <p15:clr>
            <a:srgbClr val="FBAE40"/>
          </p15:clr>
        </p15:guide>
        <p15:guide id="9" orient="horz" pos="384">
          <p15:clr>
            <a:srgbClr val="FBAE40"/>
          </p15:clr>
        </p15:guide>
        <p15:guide id="10" orient="horz" pos="3744">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 Subtitle +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11185" y="621972"/>
            <a:ext cx="6400800" cy="3051393"/>
          </a:xfrm>
        </p:spPr>
        <p:txBody>
          <a:bodyPr lIns="0" tIns="0" rIns="0" bIns="0" anchor="b">
            <a:noAutofit/>
          </a:bodyPr>
          <a:lstStyle>
            <a:lvl1pPr>
              <a:defRPr sz="5400" baseline="0"/>
            </a:lvl1pPr>
          </a:lstStyle>
          <a:p>
            <a:r>
              <a:rPr lang="en-US" dirty="0"/>
              <a:t>Click to add title</a:t>
            </a:r>
          </a:p>
        </p:txBody>
      </p:sp>
      <p:sp>
        <p:nvSpPr>
          <p:cNvPr id="14" name="Text Placeholder 15">
            <a:extLst>
              <a:ext uri="{FF2B5EF4-FFF2-40B4-BE49-F238E27FC236}">
                <a16:creationId xmlns:a16="http://schemas.microsoft.com/office/drawing/2014/main" id="{E0CDAE70-42DC-AB0D-6734-B9944B7993D9}"/>
              </a:ext>
            </a:extLst>
          </p:cNvPr>
          <p:cNvSpPr>
            <a:spLocks noGrp="1"/>
          </p:cNvSpPr>
          <p:nvPr>
            <p:ph type="body" sz="quarter" idx="13" hasCustomPrompt="1"/>
          </p:nvPr>
        </p:nvSpPr>
        <p:spPr>
          <a:xfrm>
            <a:off x="811185" y="3965028"/>
            <a:ext cx="6400799" cy="1966747"/>
          </a:xfrm>
        </p:spPr>
        <p:txBody>
          <a:bodyPr vert="horz" lIns="0" tIns="0" rIns="0" bIns="0" rtlCol="0">
            <a:noAutofit/>
          </a:bodyPr>
          <a:lstStyle>
            <a:lvl1pPr marL="0" indent="0">
              <a:buNone/>
              <a:defRPr lang="en-US" sz="2400" b="1" i="0" dirty="0">
                <a:solidFill>
                  <a:schemeClr val="accent4"/>
                </a:solidFill>
                <a:latin typeface="+mj-lt"/>
                <a:cs typeface="Arial Black" panose="020B0604020202020204" pitchFamily="34" charset="0"/>
              </a:defRPr>
            </a:lvl1pPr>
          </a:lstStyle>
          <a:p>
            <a:pPr marL="228600" lvl="0" indent="-228600"/>
            <a:r>
              <a:rPr lang="en-US" dirty="0"/>
              <a:t>Click to add subtitle</a:t>
            </a:r>
          </a:p>
        </p:txBody>
      </p:sp>
      <p:pic>
        <p:nvPicPr>
          <p:cNvPr id="10" name="Graphic 9">
            <a:extLst>
              <a:ext uri="{FF2B5EF4-FFF2-40B4-BE49-F238E27FC236}">
                <a16:creationId xmlns:a16="http://schemas.microsoft.com/office/drawing/2014/main" id="{B3606A3B-5B75-C830-0580-02B3AF648B3A}"/>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 t="17849" r="22091"/>
          <a:stretch/>
        </p:blipFill>
        <p:spPr>
          <a:xfrm>
            <a:off x="7114998" y="0"/>
            <a:ext cx="5097779" cy="5261843"/>
          </a:xfrm>
          <a:custGeom>
            <a:avLst/>
            <a:gdLst>
              <a:gd name="connsiteX0" fmla="*/ 0 w 4114800"/>
              <a:gd name="connsiteY0" fmla="*/ 0 h 5712824"/>
              <a:gd name="connsiteX1" fmla="*/ 4114800 w 4114800"/>
              <a:gd name="connsiteY1" fmla="*/ 0 h 5712824"/>
              <a:gd name="connsiteX2" fmla="*/ 4114800 w 4114800"/>
              <a:gd name="connsiteY2" fmla="*/ 5712824 h 5712824"/>
              <a:gd name="connsiteX3" fmla="*/ 0 w 4114800"/>
              <a:gd name="connsiteY3" fmla="*/ 5712824 h 5712824"/>
            </a:gdLst>
            <a:ahLst/>
            <a:cxnLst>
              <a:cxn ang="0">
                <a:pos x="connsiteX0" y="connsiteY0"/>
              </a:cxn>
              <a:cxn ang="0">
                <a:pos x="connsiteX1" y="connsiteY1"/>
              </a:cxn>
              <a:cxn ang="0">
                <a:pos x="connsiteX2" y="connsiteY2"/>
              </a:cxn>
              <a:cxn ang="0">
                <a:pos x="connsiteX3" y="connsiteY3"/>
              </a:cxn>
            </a:cxnLst>
            <a:rect l="l" t="t" r="r" b="b"/>
            <a:pathLst>
              <a:path w="4114800" h="5712824">
                <a:moveTo>
                  <a:pt x="0" y="0"/>
                </a:moveTo>
                <a:lnTo>
                  <a:pt x="4114800" y="0"/>
                </a:lnTo>
                <a:lnTo>
                  <a:pt x="4114800" y="5712824"/>
                </a:lnTo>
                <a:lnTo>
                  <a:pt x="0" y="5712824"/>
                </a:lnTo>
                <a:close/>
              </a:path>
            </a:pathLst>
          </a:custGeom>
        </p:spPr>
      </p:pic>
      <p:sp>
        <p:nvSpPr>
          <p:cNvPr id="3" name="Picture Placeholder 2">
            <a:extLst>
              <a:ext uri="{FF2B5EF4-FFF2-40B4-BE49-F238E27FC236}">
                <a16:creationId xmlns:a16="http://schemas.microsoft.com/office/drawing/2014/main" id="{6038EDAF-6CF8-D96E-EB91-CAFEBE0CA195}"/>
              </a:ext>
            </a:extLst>
          </p:cNvPr>
          <p:cNvSpPr>
            <a:spLocks noGrp="1"/>
          </p:cNvSpPr>
          <p:nvPr>
            <p:ph type="pic" sz="quarter" idx="15"/>
          </p:nvPr>
        </p:nvSpPr>
        <p:spPr>
          <a:xfrm>
            <a:off x="8555177" y="234084"/>
            <a:ext cx="3657600" cy="3657600"/>
          </a:xfrm>
          <a:custGeom>
            <a:avLst/>
            <a:gdLst>
              <a:gd name="connsiteX0" fmla="*/ 1728295 w 3456590"/>
              <a:gd name="connsiteY0" fmla="*/ 0 h 3456590"/>
              <a:gd name="connsiteX1" fmla="*/ 3456590 w 3456590"/>
              <a:gd name="connsiteY1" fmla="*/ 1728295 h 3456590"/>
              <a:gd name="connsiteX2" fmla="*/ 1728295 w 3456590"/>
              <a:gd name="connsiteY2" fmla="*/ 3456590 h 3456590"/>
              <a:gd name="connsiteX3" fmla="*/ 0 w 3456590"/>
              <a:gd name="connsiteY3" fmla="*/ 1728295 h 3456590"/>
              <a:gd name="connsiteX4" fmla="*/ 1728295 w 3456590"/>
              <a:gd name="connsiteY4" fmla="*/ 0 h 3456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6590" h="3456590">
                <a:moveTo>
                  <a:pt x="1728295" y="0"/>
                </a:moveTo>
                <a:cubicBezTo>
                  <a:pt x="2682806" y="0"/>
                  <a:pt x="3456590" y="773784"/>
                  <a:pt x="3456590" y="1728295"/>
                </a:cubicBezTo>
                <a:cubicBezTo>
                  <a:pt x="3456590" y="2682806"/>
                  <a:pt x="2682806" y="3456590"/>
                  <a:pt x="1728295" y="3456590"/>
                </a:cubicBezTo>
                <a:cubicBezTo>
                  <a:pt x="773784" y="3456590"/>
                  <a:pt x="0" y="2682806"/>
                  <a:pt x="0" y="1728295"/>
                </a:cubicBezTo>
                <a:cubicBezTo>
                  <a:pt x="0" y="773784"/>
                  <a:pt x="773784" y="0"/>
                  <a:pt x="1728295" y="0"/>
                </a:cubicBezTo>
                <a:close/>
              </a:path>
            </a:pathLst>
          </a:custGeom>
          <a:solidFill>
            <a:schemeClr val="accent3"/>
          </a:solidFill>
          <a:ln w="57150">
            <a:noFill/>
          </a:ln>
        </p:spPr>
        <p:txBody>
          <a:bodyPr wrap="square" tIns="1188720">
            <a:noAutofit/>
          </a:bodyPr>
          <a:lstStyle>
            <a:lvl1pPr marL="0" indent="0" algn="ctr">
              <a:buNone/>
              <a:defRPr sz="1600"/>
            </a:lvl1pPr>
          </a:lstStyle>
          <a:p>
            <a:r>
              <a:rPr lang="en-US"/>
              <a:t>Click icon to add picture</a:t>
            </a:r>
            <a:endParaRPr lang="en-US" dirty="0"/>
          </a:p>
        </p:txBody>
      </p:sp>
    </p:spTree>
    <p:extLst>
      <p:ext uri="{BB962C8B-B14F-4D97-AF65-F5344CB8AC3E}">
        <p14:creationId xmlns:p14="http://schemas.microsoft.com/office/powerpoint/2010/main" val="3078100469"/>
      </p:ext>
    </p:extLst>
  </p:cSld>
  <p:clrMapOvr>
    <a:masterClrMapping/>
  </p:clrMapOvr>
  <p:extLst>
    <p:ext uri="{DCECCB84-F9BA-43D5-87BE-67443E8EF086}">
      <p15:sldGuideLst xmlns:p15="http://schemas.microsoft.com/office/powerpoint/2012/main">
        <p15:guide id="1" pos="3840">
          <p15:clr>
            <a:srgbClr val="FBAE40"/>
          </p15:clr>
        </p15:guide>
        <p15:guide id="2" orient="horz" pos="1008">
          <p15:clr>
            <a:srgbClr val="FBAE40"/>
          </p15:clr>
        </p15:guide>
        <p15:guide id="3" orient="horz" pos="1560">
          <p15:clr>
            <a:srgbClr val="FBAE40"/>
          </p15:clr>
        </p15:guide>
        <p15:guide id="4" pos="312">
          <p15:clr>
            <a:srgbClr val="FBAE40"/>
          </p15:clr>
        </p15:guide>
        <p15:guide id="5" pos="816">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wo Content 3">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A22F8239-92F5-595B-5DD3-ACBA1C19E6A1}"/>
              </a:ext>
              <a:ext uri="{C183D7F6-B498-43B3-948B-1728B52AA6E4}">
                <adec:decorative xmlns:adec="http://schemas.microsoft.com/office/drawing/2017/decorative" val="1"/>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b="82969"/>
          <a:stretch/>
        </p:blipFill>
        <p:spPr>
          <a:xfrm>
            <a:off x="3459002" y="5609995"/>
            <a:ext cx="7328137" cy="1248005"/>
          </a:xfrm>
          <a:custGeom>
            <a:avLst/>
            <a:gdLst>
              <a:gd name="connsiteX0" fmla="*/ 0 w 7328137"/>
              <a:gd name="connsiteY0" fmla="*/ 0 h 1912980"/>
              <a:gd name="connsiteX1" fmla="*/ 7328137 w 7328137"/>
              <a:gd name="connsiteY1" fmla="*/ 0 h 1912980"/>
              <a:gd name="connsiteX2" fmla="*/ 7328137 w 7328137"/>
              <a:gd name="connsiteY2" fmla="*/ 1912980 h 1912980"/>
              <a:gd name="connsiteX3" fmla="*/ 0 w 7328137"/>
              <a:gd name="connsiteY3" fmla="*/ 1912980 h 1912980"/>
            </a:gdLst>
            <a:ahLst/>
            <a:cxnLst>
              <a:cxn ang="0">
                <a:pos x="connsiteX0" y="connsiteY0"/>
              </a:cxn>
              <a:cxn ang="0">
                <a:pos x="connsiteX1" y="connsiteY1"/>
              </a:cxn>
              <a:cxn ang="0">
                <a:pos x="connsiteX2" y="connsiteY2"/>
              </a:cxn>
              <a:cxn ang="0">
                <a:pos x="connsiteX3" y="connsiteY3"/>
              </a:cxn>
            </a:cxnLst>
            <a:rect l="l" t="t" r="r" b="b"/>
            <a:pathLst>
              <a:path w="7328137" h="1912980">
                <a:moveTo>
                  <a:pt x="0" y="0"/>
                </a:moveTo>
                <a:lnTo>
                  <a:pt x="7328137" y="0"/>
                </a:lnTo>
                <a:lnTo>
                  <a:pt x="7328137" y="1912980"/>
                </a:lnTo>
                <a:lnTo>
                  <a:pt x="0" y="1912980"/>
                </a:lnTo>
                <a:close/>
              </a:path>
            </a:pathLst>
          </a:custGeom>
        </p:spPr>
      </p:pic>
      <p:grpSp>
        <p:nvGrpSpPr>
          <p:cNvPr id="10" name="Group 9">
            <a:extLst>
              <a:ext uri="{FF2B5EF4-FFF2-40B4-BE49-F238E27FC236}">
                <a16:creationId xmlns:a16="http://schemas.microsoft.com/office/drawing/2014/main" id="{DF9E987C-6F3E-FB11-D796-2D5F9075A7FF}"/>
              </a:ext>
              <a:ext uri="{C183D7F6-B498-43B3-948B-1728B52AA6E4}">
                <adec:decorative xmlns:adec="http://schemas.microsoft.com/office/drawing/2017/decorative" val="1"/>
              </a:ext>
            </a:extLst>
          </p:cNvPr>
          <p:cNvGrpSpPr/>
          <p:nvPr/>
        </p:nvGrpSpPr>
        <p:grpSpPr>
          <a:xfrm rot="10800000">
            <a:off x="9829617" y="0"/>
            <a:ext cx="2133966" cy="2133966"/>
            <a:chOff x="9654699" y="2229295"/>
            <a:chExt cx="2133966" cy="2133966"/>
          </a:xfrm>
        </p:grpSpPr>
        <p:sp>
          <p:nvSpPr>
            <p:cNvPr id="11" name="Freeform 10">
              <a:extLst>
                <a:ext uri="{FF2B5EF4-FFF2-40B4-BE49-F238E27FC236}">
                  <a16:creationId xmlns:a16="http://schemas.microsoft.com/office/drawing/2014/main" id="{53342B09-3192-492F-3F5F-19163C83F9EE}"/>
                </a:ext>
              </a:extLst>
            </p:cNvPr>
            <p:cNvSpPr/>
            <p:nvPr/>
          </p:nvSpPr>
          <p:spPr>
            <a:xfrm>
              <a:off x="9655348" y="3309113"/>
              <a:ext cx="2132669" cy="1054148"/>
            </a:xfrm>
            <a:custGeom>
              <a:avLst/>
              <a:gdLst>
                <a:gd name="connsiteX0" fmla="*/ 1345382 w 2690764"/>
                <a:gd name="connsiteY0" fmla="*/ 0 h 1330006"/>
                <a:gd name="connsiteX1" fmla="*/ 2684632 w 2690764"/>
                <a:gd name="connsiteY1" fmla="*/ 1208559 h 1330006"/>
                <a:gd name="connsiteX2" fmla="*/ 2690764 w 2690764"/>
                <a:gd name="connsiteY2" fmla="*/ 1330006 h 1330006"/>
                <a:gd name="connsiteX3" fmla="*/ 0 w 2690764"/>
                <a:gd name="connsiteY3" fmla="*/ 1330006 h 1330006"/>
                <a:gd name="connsiteX4" fmla="*/ 6132 w 2690764"/>
                <a:gd name="connsiteY4" fmla="*/ 1208559 h 1330006"/>
                <a:gd name="connsiteX5" fmla="*/ 1345382 w 2690764"/>
                <a:gd name="connsiteY5" fmla="*/ 0 h 1330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90764" h="1330006">
                  <a:moveTo>
                    <a:pt x="1345382" y="0"/>
                  </a:moveTo>
                  <a:cubicBezTo>
                    <a:pt x="2042400" y="0"/>
                    <a:pt x="2615693" y="529729"/>
                    <a:pt x="2684632" y="1208559"/>
                  </a:cubicBezTo>
                  <a:lnTo>
                    <a:pt x="2690764" y="1330006"/>
                  </a:lnTo>
                  <a:lnTo>
                    <a:pt x="0" y="1330006"/>
                  </a:lnTo>
                  <a:lnTo>
                    <a:pt x="6132" y="1208559"/>
                  </a:lnTo>
                  <a:cubicBezTo>
                    <a:pt x="75071" y="529729"/>
                    <a:pt x="648364" y="0"/>
                    <a:pt x="134538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11">
              <a:extLst>
                <a:ext uri="{FF2B5EF4-FFF2-40B4-BE49-F238E27FC236}">
                  <a16:creationId xmlns:a16="http://schemas.microsoft.com/office/drawing/2014/main" id="{062E2B15-36A9-C2C7-6306-EEA512B646D0}"/>
                </a:ext>
              </a:extLst>
            </p:cNvPr>
            <p:cNvSpPr/>
            <p:nvPr/>
          </p:nvSpPr>
          <p:spPr>
            <a:xfrm>
              <a:off x="9654699" y="2229295"/>
              <a:ext cx="2133966" cy="1079818"/>
            </a:xfrm>
            <a:custGeom>
              <a:avLst/>
              <a:gdLst>
                <a:gd name="connsiteX0" fmla="*/ 818 w 2692400"/>
                <a:gd name="connsiteY0" fmla="*/ 0 h 1362394"/>
                <a:gd name="connsiteX1" fmla="*/ 2691582 w 2692400"/>
                <a:gd name="connsiteY1" fmla="*/ 0 h 1362394"/>
                <a:gd name="connsiteX2" fmla="*/ 2692400 w 2692400"/>
                <a:gd name="connsiteY2" fmla="*/ 16194 h 1362394"/>
                <a:gd name="connsiteX3" fmla="*/ 1346200 w 2692400"/>
                <a:gd name="connsiteY3" fmla="*/ 1362394 h 1362394"/>
                <a:gd name="connsiteX4" fmla="*/ 0 w 2692400"/>
                <a:gd name="connsiteY4" fmla="*/ 16194 h 1362394"/>
                <a:gd name="connsiteX5" fmla="*/ 818 w 2692400"/>
                <a:gd name="connsiteY5" fmla="*/ 0 h 1362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92400" h="1362394">
                  <a:moveTo>
                    <a:pt x="818" y="0"/>
                  </a:moveTo>
                  <a:lnTo>
                    <a:pt x="2691582" y="0"/>
                  </a:lnTo>
                  <a:lnTo>
                    <a:pt x="2692400" y="16194"/>
                  </a:lnTo>
                  <a:cubicBezTo>
                    <a:pt x="2692400" y="759680"/>
                    <a:pt x="2089686" y="1362394"/>
                    <a:pt x="1346200" y="1362394"/>
                  </a:cubicBezTo>
                  <a:cubicBezTo>
                    <a:pt x="602714" y="1362394"/>
                    <a:pt x="0" y="759680"/>
                    <a:pt x="0" y="16194"/>
                  </a:cubicBezTo>
                  <a:lnTo>
                    <a:pt x="818"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1" name="Title 1">
            <a:extLst>
              <a:ext uri="{FF2B5EF4-FFF2-40B4-BE49-F238E27FC236}">
                <a16:creationId xmlns:a16="http://schemas.microsoft.com/office/drawing/2014/main" id="{52DD956C-BC83-8F97-6FF5-5A11028FEFEA}"/>
              </a:ext>
            </a:extLst>
          </p:cNvPr>
          <p:cNvSpPr>
            <a:spLocks noGrp="1"/>
          </p:cNvSpPr>
          <p:nvPr>
            <p:ph type="title" hasCustomPrompt="1"/>
          </p:nvPr>
        </p:nvSpPr>
        <p:spPr>
          <a:xfrm>
            <a:off x="813816" y="621792"/>
            <a:ext cx="8180412" cy="1828800"/>
          </a:xfrm>
        </p:spPr>
        <p:txBody>
          <a:bodyPr lIns="0" tIns="0" rIns="0" bIns="0">
            <a:noAutofit/>
          </a:bodyPr>
          <a:lstStyle/>
          <a:p>
            <a:r>
              <a:rPr lang="en-US" dirty="0"/>
              <a:t>Click to add title</a:t>
            </a:r>
          </a:p>
        </p:txBody>
      </p:sp>
      <p:sp>
        <p:nvSpPr>
          <p:cNvPr id="2" name="Content Placeholder 2">
            <a:extLst>
              <a:ext uri="{FF2B5EF4-FFF2-40B4-BE49-F238E27FC236}">
                <a16:creationId xmlns:a16="http://schemas.microsoft.com/office/drawing/2014/main" id="{5A612ED1-3CD3-8532-2C92-777F6D005F10}"/>
              </a:ext>
            </a:extLst>
          </p:cNvPr>
          <p:cNvSpPr>
            <a:spLocks noGrp="1"/>
          </p:cNvSpPr>
          <p:nvPr>
            <p:ph sz="quarter" idx="26" hasCustomPrompt="1"/>
          </p:nvPr>
        </p:nvSpPr>
        <p:spPr>
          <a:xfrm>
            <a:off x="813816" y="2948152"/>
            <a:ext cx="4956470" cy="3120773"/>
          </a:xfrm>
        </p:spPr>
        <p:txBody>
          <a:bodyPr lIns="0" tIns="0" rIns="0" bIns="0"/>
          <a:lstStyle>
            <a:lvl1pPr marL="0" indent="0">
              <a:spcBef>
                <a:spcPts val="1000"/>
              </a:spcBef>
              <a:buNone/>
              <a:defRPr sz="1800"/>
            </a:lvl1pPr>
            <a:lvl2pPr marL="283464" indent="-283464">
              <a:spcBef>
                <a:spcPts val="1000"/>
              </a:spcBef>
              <a:defRPr sz="1800"/>
            </a:lvl2pPr>
            <a:lvl3pPr marL="685800">
              <a:spcBef>
                <a:spcPts val="1000"/>
              </a:spcBef>
              <a:defRPr sz="1800"/>
            </a:lvl3pPr>
            <a:lvl4pPr marL="1051560">
              <a:spcBef>
                <a:spcPts val="1000"/>
              </a:spcBef>
              <a:defRPr sz="1800"/>
            </a:lvl4pPr>
            <a:lvl5pPr marL="1417320">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a:extLst>
              <a:ext uri="{FF2B5EF4-FFF2-40B4-BE49-F238E27FC236}">
                <a16:creationId xmlns:a16="http://schemas.microsoft.com/office/drawing/2014/main" id="{56A4BCE7-3651-7CA3-1353-9B2526D267AF}"/>
              </a:ext>
            </a:extLst>
          </p:cNvPr>
          <p:cNvSpPr>
            <a:spLocks noGrp="1"/>
          </p:cNvSpPr>
          <p:nvPr>
            <p:ph sz="quarter" idx="27" hasCustomPrompt="1"/>
          </p:nvPr>
        </p:nvSpPr>
        <p:spPr>
          <a:xfrm>
            <a:off x="6421716" y="2948152"/>
            <a:ext cx="4956470" cy="3120773"/>
          </a:xfrm>
        </p:spPr>
        <p:txBody>
          <a:bodyPr lIns="0" tIns="0" rIns="0" bIns="0"/>
          <a:lstStyle>
            <a:lvl1pPr marL="0" indent="0">
              <a:spcBef>
                <a:spcPts val="1000"/>
              </a:spcBef>
              <a:buNone/>
              <a:defRPr sz="1800"/>
            </a:lvl1pPr>
            <a:lvl2pPr marL="283464" indent="-283464">
              <a:spcBef>
                <a:spcPts val="1000"/>
              </a:spcBef>
              <a:defRPr sz="1800"/>
            </a:lvl2pPr>
            <a:lvl3pPr marL="685800">
              <a:spcBef>
                <a:spcPts val="1000"/>
              </a:spcBef>
              <a:defRPr sz="1800"/>
            </a:lvl3pPr>
            <a:lvl4pPr marL="1051560">
              <a:spcBef>
                <a:spcPts val="1000"/>
              </a:spcBef>
              <a:defRPr sz="1800"/>
            </a:lvl4pPr>
            <a:lvl5pPr marL="1417320">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904126634"/>
      </p:ext>
    </p:extLst>
  </p:cSld>
  <p:clrMapOvr>
    <a:masterClrMapping/>
  </p:clrMapOvr>
  <p:extLst>
    <p:ext uri="{DCECCB84-F9BA-43D5-87BE-67443E8EF086}">
      <p15:sldGuideLst xmlns:p15="http://schemas.microsoft.com/office/powerpoint/2012/main">
        <p15:guide id="1" pos="3840">
          <p15:clr>
            <a:srgbClr val="FBAE40"/>
          </p15:clr>
        </p15:guide>
        <p15:guide id="2" orient="horz" pos="1008">
          <p15:clr>
            <a:srgbClr val="FBAE40"/>
          </p15:clr>
        </p15:guide>
        <p15:guide id="3" orient="horz" pos="1560">
          <p15:clr>
            <a:srgbClr val="FBAE40"/>
          </p15:clr>
        </p15:guide>
        <p15:guide id="4" pos="312">
          <p15:clr>
            <a:srgbClr val="FBAE40"/>
          </p15:clr>
        </p15:guide>
        <p15:guide id="5" pos="816">
          <p15:clr>
            <a:srgbClr val="FBAE40"/>
          </p15:clr>
        </p15:guide>
        <p15:guide id="6" pos="7344">
          <p15:clr>
            <a:srgbClr val="FBAE40"/>
          </p15:clr>
        </p15:guide>
        <p15:guide id="7" orient="horz" pos="1416">
          <p15:clr>
            <a:srgbClr val="FBAE40"/>
          </p15:clr>
        </p15:guide>
        <p15:guide id="9" orient="horz" pos="384">
          <p15:clr>
            <a:srgbClr val="FBAE40"/>
          </p15:clr>
        </p15:guide>
        <p15:guide id="10" orient="horz" pos="374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wo Content 1">
    <p:spTree>
      <p:nvGrpSpPr>
        <p:cNvPr id="1" name=""/>
        <p:cNvGrpSpPr/>
        <p:nvPr/>
      </p:nvGrpSpPr>
      <p:grpSpPr>
        <a:xfrm>
          <a:off x="0" y="0"/>
          <a:ext cx="0" cy="0"/>
          <a:chOff x="0" y="0"/>
          <a:chExt cx="0" cy="0"/>
        </a:xfrm>
      </p:grpSpPr>
      <p:pic>
        <p:nvPicPr>
          <p:cNvPr id="4" name="Object 1">
            <a:extLst>
              <a:ext uri="{FF2B5EF4-FFF2-40B4-BE49-F238E27FC236}">
                <a16:creationId xmlns:a16="http://schemas.microsoft.com/office/drawing/2014/main" id="{83F8143D-16B1-4CE2-1910-9E5074922159}"/>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rcRect t="12807"/>
          <a:stretch/>
        </p:blipFill>
        <p:spPr>
          <a:xfrm rot="10800000">
            <a:off x="9987169" y="4877232"/>
            <a:ext cx="1574573" cy="1980768"/>
          </a:xfrm>
          <a:prstGeom prst="rect">
            <a:avLst/>
          </a:prstGeom>
        </p:spPr>
      </p:pic>
      <p:sp>
        <p:nvSpPr>
          <p:cNvPr id="10" name="Oval 9">
            <a:extLst>
              <a:ext uri="{FF2B5EF4-FFF2-40B4-BE49-F238E27FC236}">
                <a16:creationId xmlns:a16="http://schemas.microsoft.com/office/drawing/2014/main" id="{F6BE63D1-6CC6-AD50-D587-0514090FB382}"/>
              </a:ext>
              <a:ext uri="{C183D7F6-B498-43B3-948B-1728B52AA6E4}">
                <adec:decorative xmlns:adec="http://schemas.microsoft.com/office/drawing/2017/decorative" val="1"/>
              </a:ext>
            </a:extLst>
          </p:cNvPr>
          <p:cNvSpPr/>
          <p:nvPr/>
        </p:nvSpPr>
        <p:spPr>
          <a:xfrm rot="10800000">
            <a:off x="9987170" y="3039926"/>
            <a:ext cx="1572768" cy="157276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3" name="Title 1">
            <a:extLst>
              <a:ext uri="{FF2B5EF4-FFF2-40B4-BE49-F238E27FC236}">
                <a16:creationId xmlns:a16="http://schemas.microsoft.com/office/drawing/2014/main" id="{D1A089D1-3F91-4EA1-F598-0EDD4632E42D}"/>
              </a:ext>
            </a:extLst>
          </p:cNvPr>
          <p:cNvSpPr>
            <a:spLocks noGrp="1"/>
          </p:cNvSpPr>
          <p:nvPr>
            <p:ph type="title" hasCustomPrompt="1"/>
          </p:nvPr>
        </p:nvSpPr>
        <p:spPr>
          <a:xfrm>
            <a:off x="813816" y="605155"/>
            <a:ext cx="10571734" cy="1160145"/>
          </a:xfrm>
        </p:spPr>
        <p:txBody>
          <a:bodyPr lIns="0" tIns="0" rIns="0" bIns="0">
            <a:noAutofit/>
          </a:bodyPr>
          <a:lstStyle/>
          <a:p>
            <a:r>
              <a:rPr lang="en-US" dirty="0"/>
              <a:t>Click to add title</a:t>
            </a:r>
          </a:p>
        </p:txBody>
      </p:sp>
      <p:sp>
        <p:nvSpPr>
          <p:cNvPr id="5" name="Content Placeholder 2">
            <a:extLst>
              <a:ext uri="{FF2B5EF4-FFF2-40B4-BE49-F238E27FC236}">
                <a16:creationId xmlns:a16="http://schemas.microsoft.com/office/drawing/2014/main" id="{82DE6614-889D-2DB5-4C2F-DCBD22BA3B22}"/>
              </a:ext>
            </a:extLst>
          </p:cNvPr>
          <p:cNvSpPr>
            <a:spLocks noGrp="1"/>
          </p:cNvSpPr>
          <p:nvPr>
            <p:ph sz="quarter" idx="27" hasCustomPrompt="1"/>
          </p:nvPr>
        </p:nvSpPr>
        <p:spPr>
          <a:xfrm>
            <a:off x="811185" y="2041456"/>
            <a:ext cx="2736849" cy="4067717"/>
          </a:xfrm>
        </p:spPr>
        <p:txBody>
          <a:bodyPr lIns="0" tIns="0" rIns="0" bIns="0"/>
          <a:lstStyle>
            <a:lvl1pPr marL="342900" indent="-342900">
              <a:buFont typeface="+mj-lt"/>
              <a:buAutoNum type="arabicPeriod"/>
              <a:defRPr sz="1800"/>
            </a:lvl1pPr>
            <a:lvl2pPr marL="525780" indent="-342900">
              <a:buFont typeface="+mj-lt"/>
              <a:buAutoNum type="alphaLcPeriod"/>
              <a:defRPr sz="1800"/>
            </a:lvl2pPr>
            <a:lvl3pPr marL="800100" indent="-342900">
              <a:buFont typeface="+mj-lt"/>
              <a:buAutoNum type="arabicParenR"/>
              <a:defRPr sz="1800"/>
            </a:lvl3pPr>
            <a:lvl4pPr marL="1051560" indent="-228600">
              <a:buFont typeface="+mj-lt"/>
              <a:buAutoNum type="alphaLcParenR"/>
              <a:defRPr sz="1800"/>
            </a:lvl4pPr>
            <a:lvl5pPr marL="1417320" indent="-228600">
              <a:buFont typeface="+mj-lt"/>
              <a:buAutoNum type="romanLcPeriod"/>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2">
            <a:extLst>
              <a:ext uri="{FF2B5EF4-FFF2-40B4-BE49-F238E27FC236}">
                <a16:creationId xmlns:a16="http://schemas.microsoft.com/office/drawing/2014/main" id="{B7B2B871-B646-8E1E-CD57-2224B2D4E590}"/>
              </a:ext>
            </a:extLst>
          </p:cNvPr>
          <p:cNvSpPr>
            <a:spLocks noGrp="1"/>
          </p:cNvSpPr>
          <p:nvPr>
            <p:ph sz="quarter" idx="28" hasCustomPrompt="1"/>
          </p:nvPr>
        </p:nvSpPr>
        <p:spPr>
          <a:xfrm>
            <a:off x="3744073" y="2037680"/>
            <a:ext cx="4156619" cy="4046290"/>
          </a:xfrm>
        </p:spPr>
        <p:txBody>
          <a:bodyPr lIns="0" tIns="0" rIns="0" bIns="0"/>
          <a:lstStyle>
            <a:lvl1pPr marL="0" indent="0">
              <a:spcBef>
                <a:spcPts val="1000"/>
              </a:spcBef>
              <a:buNone/>
              <a:defRPr sz="1800"/>
            </a:lvl1pPr>
            <a:lvl2pPr marL="283464" indent="-283464">
              <a:spcBef>
                <a:spcPts val="1000"/>
              </a:spcBef>
              <a:defRPr sz="1800"/>
            </a:lvl2pPr>
            <a:lvl3pPr marL="685800">
              <a:spcBef>
                <a:spcPts val="1000"/>
              </a:spcBef>
              <a:defRPr sz="1800"/>
            </a:lvl3pPr>
            <a:lvl4pPr marL="1051560">
              <a:spcBef>
                <a:spcPts val="1000"/>
              </a:spcBef>
              <a:defRPr sz="1800"/>
            </a:lvl4pPr>
            <a:lvl5pPr marL="1417320">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48586776"/>
      </p:ext>
    </p:extLst>
  </p:cSld>
  <p:clrMapOvr>
    <a:masterClrMapping/>
  </p:clrMapOvr>
  <p:extLst>
    <p:ext uri="{DCECCB84-F9BA-43D5-87BE-67443E8EF086}">
      <p15:sldGuideLst xmlns:p15="http://schemas.microsoft.com/office/powerpoint/2012/main">
        <p15:guide id="1" pos="3840">
          <p15:clr>
            <a:srgbClr val="FBAE40"/>
          </p15:clr>
        </p15:guide>
        <p15:guide id="2" orient="horz" pos="1008">
          <p15:clr>
            <a:srgbClr val="FBAE40"/>
          </p15:clr>
        </p15:guide>
        <p15:guide id="3" orient="horz" pos="1560">
          <p15:clr>
            <a:srgbClr val="FBAE40"/>
          </p15:clr>
        </p15:guide>
        <p15:guide id="4" pos="312">
          <p15:clr>
            <a:srgbClr val="FBAE40"/>
          </p15:clr>
        </p15:guide>
        <p15:guide id="5" pos="816">
          <p15:clr>
            <a:srgbClr val="FBAE40"/>
          </p15:clr>
        </p15:guide>
        <p15:guide id="6" pos="633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 Picture ">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F7D965D3-2ED5-0347-F848-6C2A1D36AEB9}"/>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55513" b="14154"/>
          <a:stretch>
            <a:fillRect/>
          </a:stretch>
        </p:blipFill>
        <p:spPr>
          <a:xfrm rot="10800000">
            <a:off x="-887922" y="0"/>
            <a:ext cx="3050912" cy="5887335"/>
          </a:xfrm>
          <a:custGeom>
            <a:avLst/>
            <a:gdLst>
              <a:gd name="connsiteX0" fmla="*/ 0 w 3050912"/>
              <a:gd name="connsiteY0" fmla="*/ 0 h 5887335"/>
              <a:gd name="connsiteX1" fmla="*/ 3050912 w 3050912"/>
              <a:gd name="connsiteY1" fmla="*/ 0 h 5887335"/>
              <a:gd name="connsiteX2" fmla="*/ 3050912 w 3050912"/>
              <a:gd name="connsiteY2" fmla="*/ 5887335 h 5887335"/>
              <a:gd name="connsiteX3" fmla="*/ 0 w 3050912"/>
              <a:gd name="connsiteY3" fmla="*/ 5887335 h 5887335"/>
            </a:gdLst>
            <a:ahLst/>
            <a:cxnLst>
              <a:cxn ang="0">
                <a:pos x="connsiteX0" y="connsiteY0"/>
              </a:cxn>
              <a:cxn ang="0">
                <a:pos x="connsiteX1" y="connsiteY1"/>
              </a:cxn>
              <a:cxn ang="0">
                <a:pos x="connsiteX2" y="connsiteY2"/>
              </a:cxn>
              <a:cxn ang="0">
                <a:pos x="connsiteX3" y="connsiteY3"/>
              </a:cxn>
            </a:cxnLst>
            <a:rect l="l" t="t" r="r" b="b"/>
            <a:pathLst>
              <a:path w="3050912" h="5887335">
                <a:moveTo>
                  <a:pt x="0" y="0"/>
                </a:moveTo>
                <a:lnTo>
                  <a:pt x="3050912" y="0"/>
                </a:lnTo>
                <a:lnTo>
                  <a:pt x="3050912" y="5887335"/>
                </a:lnTo>
                <a:lnTo>
                  <a:pt x="0" y="5887335"/>
                </a:lnTo>
                <a:close/>
              </a:path>
            </a:pathLst>
          </a:custGeom>
        </p:spPr>
      </p:pic>
      <p:sp>
        <p:nvSpPr>
          <p:cNvPr id="20" name="Title 1">
            <a:extLst>
              <a:ext uri="{FF2B5EF4-FFF2-40B4-BE49-F238E27FC236}">
                <a16:creationId xmlns:a16="http://schemas.microsoft.com/office/drawing/2014/main" id="{1CBEC63C-AA69-807D-2A93-BC45B1BDF641}"/>
              </a:ext>
            </a:extLst>
          </p:cNvPr>
          <p:cNvSpPr>
            <a:spLocks noGrp="1"/>
          </p:cNvSpPr>
          <p:nvPr>
            <p:ph type="title" hasCustomPrompt="1"/>
          </p:nvPr>
        </p:nvSpPr>
        <p:spPr>
          <a:xfrm>
            <a:off x="811184" y="621973"/>
            <a:ext cx="6275416" cy="1828800"/>
          </a:xfrm>
        </p:spPr>
        <p:txBody>
          <a:bodyPr lIns="0" tIns="0" rIns="0" bIns="0">
            <a:noAutofit/>
          </a:bodyPr>
          <a:lstStyle/>
          <a:p>
            <a:r>
              <a:rPr lang="en-US" dirty="0"/>
              <a:t>Click to add title</a:t>
            </a:r>
          </a:p>
        </p:txBody>
      </p:sp>
      <p:sp>
        <p:nvSpPr>
          <p:cNvPr id="5" name="Oval 4">
            <a:extLst>
              <a:ext uri="{FF2B5EF4-FFF2-40B4-BE49-F238E27FC236}">
                <a16:creationId xmlns:a16="http://schemas.microsoft.com/office/drawing/2014/main" id="{CFE945C7-CAAC-C9B4-0B56-EC62E53C8DB6}"/>
              </a:ext>
              <a:ext uri="{C183D7F6-B498-43B3-948B-1728B52AA6E4}">
                <adec:decorative xmlns:adec="http://schemas.microsoft.com/office/drawing/2017/decorative" val="1"/>
              </a:ext>
            </a:extLst>
          </p:cNvPr>
          <p:cNvSpPr/>
          <p:nvPr/>
        </p:nvSpPr>
        <p:spPr>
          <a:xfrm>
            <a:off x="11017902" y="5607506"/>
            <a:ext cx="1096391" cy="1096391"/>
          </a:xfrm>
          <a:prstGeom prst="ellipse">
            <a:avLst/>
          </a:prstGeom>
          <a:solidFill>
            <a:srgbClr val="D4ED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Freeform 4">
            <a:extLst>
              <a:ext uri="{FF2B5EF4-FFF2-40B4-BE49-F238E27FC236}">
                <a16:creationId xmlns:a16="http://schemas.microsoft.com/office/drawing/2014/main" id="{E58C5299-758C-70DA-D929-E0BC719E9A78}"/>
              </a:ext>
              <a:ext uri="{C183D7F6-B498-43B3-948B-1728B52AA6E4}">
                <adec:decorative xmlns:adec="http://schemas.microsoft.com/office/drawing/2017/decorative" val="1"/>
              </a:ext>
            </a:extLst>
          </p:cNvPr>
          <p:cNvSpPr/>
          <p:nvPr/>
        </p:nvSpPr>
        <p:spPr>
          <a:xfrm>
            <a:off x="10500638" y="5090242"/>
            <a:ext cx="2130921" cy="2130921"/>
          </a:xfrm>
          <a:custGeom>
            <a:avLst/>
            <a:gdLst>
              <a:gd name="connsiteX0" fmla="*/ 1346200 w 2692400"/>
              <a:gd name="connsiteY0" fmla="*/ 0 h 2692400"/>
              <a:gd name="connsiteX1" fmla="*/ 2692400 w 2692400"/>
              <a:gd name="connsiteY1" fmla="*/ 1346200 h 2692400"/>
              <a:gd name="connsiteX2" fmla="*/ 1346200 w 2692400"/>
              <a:gd name="connsiteY2" fmla="*/ 2692400 h 2692400"/>
              <a:gd name="connsiteX3" fmla="*/ 0 w 2692400"/>
              <a:gd name="connsiteY3" fmla="*/ 1346200 h 2692400"/>
              <a:gd name="connsiteX4" fmla="*/ 1346200 w 2692400"/>
              <a:gd name="connsiteY4" fmla="*/ 0 h 2692400"/>
              <a:gd name="connsiteX5" fmla="*/ 1346199 w 2692400"/>
              <a:gd name="connsiteY5" fmla="*/ 457130 h 2692400"/>
              <a:gd name="connsiteX6" fmla="*/ 457130 w 2692400"/>
              <a:gd name="connsiteY6" fmla="*/ 1346199 h 2692400"/>
              <a:gd name="connsiteX7" fmla="*/ 1346199 w 2692400"/>
              <a:gd name="connsiteY7" fmla="*/ 2235268 h 2692400"/>
              <a:gd name="connsiteX8" fmla="*/ 2235268 w 2692400"/>
              <a:gd name="connsiteY8" fmla="*/ 1346199 h 2692400"/>
              <a:gd name="connsiteX9" fmla="*/ 1346199 w 2692400"/>
              <a:gd name="connsiteY9" fmla="*/ 457130 h 269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2400" h="2692400">
                <a:moveTo>
                  <a:pt x="1346200" y="0"/>
                </a:moveTo>
                <a:cubicBezTo>
                  <a:pt x="2089686" y="0"/>
                  <a:pt x="2692400" y="602714"/>
                  <a:pt x="2692400" y="1346200"/>
                </a:cubicBezTo>
                <a:cubicBezTo>
                  <a:pt x="2692400" y="2089686"/>
                  <a:pt x="2089686" y="2692400"/>
                  <a:pt x="1346200" y="2692400"/>
                </a:cubicBezTo>
                <a:cubicBezTo>
                  <a:pt x="602714" y="2692400"/>
                  <a:pt x="0" y="2089686"/>
                  <a:pt x="0" y="1346200"/>
                </a:cubicBezTo>
                <a:cubicBezTo>
                  <a:pt x="0" y="602714"/>
                  <a:pt x="602714" y="0"/>
                  <a:pt x="1346200" y="0"/>
                </a:cubicBezTo>
                <a:close/>
                <a:moveTo>
                  <a:pt x="1346199" y="457130"/>
                </a:moveTo>
                <a:cubicBezTo>
                  <a:pt x="855180" y="457130"/>
                  <a:pt x="457130" y="855180"/>
                  <a:pt x="457130" y="1346199"/>
                </a:cubicBezTo>
                <a:cubicBezTo>
                  <a:pt x="457130" y="1837218"/>
                  <a:pt x="855180" y="2235268"/>
                  <a:pt x="1346199" y="2235268"/>
                </a:cubicBezTo>
                <a:cubicBezTo>
                  <a:pt x="1837218" y="2235268"/>
                  <a:pt x="2235268" y="1837218"/>
                  <a:pt x="2235268" y="1346199"/>
                </a:cubicBezTo>
                <a:cubicBezTo>
                  <a:pt x="2235268" y="855180"/>
                  <a:pt x="1837218" y="457130"/>
                  <a:pt x="1346199" y="45713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Content Placeholder 5">
            <a:extLst>
              <a:ext uri="{FF2B5EF4-FFF2-40B4-BE49-F238E27FC236}">
                <a16:creationId xmlns:a16="http://schemas.microsoft.com/office/drawing/2014/main" id="{F7A4C6AC-F9E8-412E-2D6B-9FDD07ADDE72}"/>
              </a:ext>
            </a:extLst>
          </p:cNvPr>
          <p:cNvSpPr>
            <a:spLocks noGrp="1"/>
          </p:cNvSpPr>
          <p:nvPr>
            <p:ph sz="quarter" idx="18" hasCustomPrompt="1"/>
          </p:nvPr>
        </p:nvSpPr>
        <p:spPr>
          <a:xfrm>
            <a:off x="810330" y="2771566"/>
            <a:ext cx="6275387" cy="3271324"/>
          </a:xfrm>
        </p:spPr>
        <p:txBody>
          <a:bodyPr lIns="0"/>
          <a:lstStyle>
            <a:lvl1pPr marL="0" indent="0">
              <a:buNone/>
              <a:defRPr/>
            </a:lvl1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2" name="Picture Placeholder 31">
            <a:extLst>
              <a:ext uri="{FF2B5EF4-FFF2-40B4-BE49-F238E27FC236}">
                <a16:creationId xmlns:a16="http://schemas.microsoft.com/office/drawing/2014/main" id="{C0463C33-FF99-2443-BE5D-682AC8CB8B70}"/>
              </a:ext>
            </a:extLst>
          </p:cNvPr>
          <p:cNvSpPr>
            <a:spLocks noGrp="1"/>
          </p:cNvSpPr>
          <p:nvPr>
            <p:ph type="pic" sz="quarter" idx="17"/>
          </p:nvPr>
        </p:nvSpPr>
        <p:spPr>
          <a:xfrm>
            <a:off x="8065200" y="136525"/>
            <a:ext cx="4126800" cy="4126800"/>
          </a:xfrm>
          <a:custGeom>
            <a:avLst/>
            <a:gdLst>
              <a:gd name="connsiteX0" fmla="*/ 2063400 w 4126800"/>
              <a:gd name="connsiteY0" fmla="*/ 0 h 4126800"/>
              <a:gd name="connsiteX1" fmla="*/ 4126800 w 4126800"/>
              <a:gd name="connsiteY1" fmla="*/ 2063400 h 4126800"/>
              <a:gd name="connsiteX2" fmla="*/ 2063400 w 4126800"/>
              <a:gd name="connsiteY2" fmla="*/ 4126800 h 4126800"/>
              <a:gd name="connsiteX3" fmla="*/ 0 w 4126800"/>
              <a:gd name="connsiteY3" fmla="*/ 2063400 h 4126800"/>
              <a:gd name="connsiteX4" fmla="*/ 2063400 w 4126800"/>
              <a:gd name="connsiteY4" fmla="*/ 0 h 4126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6800" h="4126800">
                <a:moveTo>
                  <a:pt x="2063400" y="0"/>
                </a:moveTo>
                <a:cubicBezTo>
                  <a:pt x="3202984" y="0"/>
                  <a:pt x="4126800" y="923816"/>
                  <a:pt x="4126800" y="2063400"/>
                </a:cubicBezTo>
                <a:cubicBezTo>
                  <a:pt x="4126800" y="3202984"/>
                  <a:pt x="3202984" y="4126800"/>
                  <a:pt x="2063400" y="4126800"/>
                </a:cubicBezTo>
                <a:cubicBezTo>
                  <a:pt x="923816" y="4126800"/>
                  <a:pt x="0" y="3202984"/>
                  <a:pt x="0" y="2063400"/>
                </a:cubicBezTo>
                <a:cubicBezTo>
                  <a:pt x="0" y="923816"/>
                  <a:pt x="923816" y="0"/>
                  <a:pt x="2063400" y="0"/>
                </a:cubicBezTo>
                <a:close/>
              </a:path>
            </a:pathLst>
          </a:custGeom>
          <a:solidFill>
            <a:schemeClr val="accent6"/>
          </a:solidFill>
        </p:spPr>
        <p:txBody>
          <a:bodyPr wrap="square" tIns="731520">
            <a:noAutofit/>
          </a:bodyPr>
          <a:lstStyle>
            <a:lvl1pPr marL="0" indent="0" algn="ctr">
              <a:buNone/>
              <a:defRPr sz="1600"/>
            </a:lvl1pPr>
          </a:lstStyle>
          <a:p>
            <a:r>
              <a:rPr lang="en-US"/>
              <a:t>Click icon to add picture</a:t>
            </a:r>
            <a:endParaRPr lang="en-US" dirty="0"/>
          </a:p>
        </p:txBody>
      </p:sp>
    </p:spTree>
    <p:extLst>
      <p:ext uri="{BB962C8B-B14F-4D97-AF65-F5344CB8AC3E}">
        <p14:creationId xmlns:p14="http://schemas.microsoft.com/office/powerpoint/2010/main" val="1459233508"/>
      </p:ext>
    </p:extLst>
  </p:cSld>
  <p:clrMapOvr>
    <a:masterClrMapping/>
  </p:clrMapOvr>
  <p:extLst>
    <p:ext uri="{DCECCB84-F9BA-43D5-87BE-67443E8EF086}">
      <p15:sldGuideLst xmlns:p15="http://schemas.microsoft.com/office/powerpoint/2012/main">
        <p15:guide id="1" pos="3840">
          <p15:clr>
            <a:srgbClr val="FBAE40"/>
          </p15:clr>
        </p15:guide>
        <p15:guide id="2" orient="horz" pos="1008">
          <p15:clr>
            <a:srgbClr val="FBAE40"/>
          </p15:clr>
        </p15:guide>
        <p15:guide id="3" orient="horz" pos="1560">
          <p15:clr>
            <a:srgbClr val="FBAE40"/>
          </p15:clr>
        </p15:guide>
        <p15:guide id="4" pos="312">
          <p15:clr>
            <a:srgbClr val="FBAE40"/>
          </p15:clr>
        </p15:guide>
        <p15:guide id="5" pos="816">
          <p15:clr>
            <a:srgbClr val="FBAE40"/>
          </p15:clr>
        </p15:guide>
        <p15:guide id="6" pos="633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 Table">
    <p:bg>
      <p:bgPr>
        <a:solidFill>
          <a:srgbClr val="0A3254"/>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D978EB2-1AE7-BB87-954B-F3DBF5080553}"/>
              </a:ext>
            </a:extLst>
          </p:cNvPr>
          <p:cNvSpPr>
            <a:spLocks noGrp="1"/>
          </p:cNvSpPr>
          <p:nvPr>
            <p:ph type="title" hasCustomPrompt="1"/>
          </p:nvPr>
        </p:nvSpPr>
        <p:spPr>
          <a:xfrm>
            <a:off x="811184" y="621973"/>
            <a:ext cx="10569634" cy="1801793"/>
          </a:xfrm>
        </p:spPr>
        <p:txBody>
          <a:bodyPr lIns="0" tIns="0" rIns="0" bIns="0">
            <a:noAutofit/>
          </a:bodyPr>
          <a:lstStyle/>
          <a:p>
            <a:r>
              <a:rPr lang="en-US" dirty="0"/>
              <a:t>Click to add title</a:t>
            </a:r>
          </a:p>
        </p:txBody>
      </p:sp>
      <p:sp>
        <p:nvSpPr>
          <p:cNvPr id="2" name="Content Placeholder 2">
            <a:extLst>
              <a:ext uri="{FF2B5EF4-FFF2-40B4-BE49-F238E27FC236}">
                <a16:creationId xmlns:a16="http://schemas.microsoft.com/office/drawing/2014/main" id="{1406BDC3-2B84-117A-BF71-A331C1DD6BCB}"/>
              </a:ext>
            </a:extLst>
          </p:cNvPr>
          <p:cNvSpPr>
            <a:spLocks noGrp="1"/>
          </p:cNvSpPr>
          <p:nvPr>
            <p:ph sz="quarter" idx="26" hasCustomPrompt="1"/>
          </p:nvPr>
        </p:nvSpPr>
        <p:spPr>
          <a:xfrm>
            <a:off x="811183" y="2796209"/>
            <a:ext cx="3657598" cy="3147392"/>
          </a:xfrm>
        </p:spPr>
        <p:txBody>
          <a:bodyPr lIns="0" tIns="0" rIns="0" bIns="0"/>
          <a:lstStyle>
            <a:lvl1pPr marL="285750" indent="-285750">
              <a:buFont typeface="Arial" panose="020B0604020202020204" pitchFamily="34" charset="0"/>
              <a:buChar char="•"/>
              <a:defRPr sz="1800"/>
            </a:lvl1pPr>
            <a:lvl2pPr marL="411480">
              <a:defRPr sz="1600"/>
            </a:lvl2pPr>
            <a:lvl3pPr marL="685800">
              <a:defRPr sz="1400"/>
            </a:lvl3pPr>
            <a:lvl4pPr marL="1051560">
              <a:defRPr sz="1200"/>
            </a:lvl4pPr>
            <a:lvl5pPr marL="1417320">
              <a:defRPr sz="10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able Placeholder 4">
            <a:extLst>
              <a:ext uri="{FF2B5EF4-FFF2-40B4-BE49-F238E27FC236}">
                <a16:creationId xmlns:a16="http://schemas.microsoft.com/office/drawing/2014/main" id="{4D2A92BD-8372-F61F-9551-6FA12079139B}"/>
              </a:ext>
            </a:extLst>
          </p:cNvPr>
          <p:cNvSpPr>
            <a:spLocks noGrp="1"/>
          </p:cNvSpPr>
          <p:nvPr>
            <p:ph type="tbl" sz="quarter" idx="28" hasCustomPrompt="1"/>
          </p:nvPr>
        </p:nvSpPr>
        <p:spPr>
          <a:xfrm>
            <a:off x="4902200" y="2795588"/>
            <a:ext cx="6478617" cy="3148012"/>
          </a:xfrm>
        </p:spPr>
        <p:txBody>
          <a:bodyPr/>
          <a:lstStyle>
            <a:lvl1pPr>
              <a:defRPr/>
            </a:lvl1pPr>
          </a:lstStyle>
          <a:p>
            <a:r>
              <a:rPr lang="en-US" dirty="0"/>
              <a:t>Click icon to insert table</a:t>
            </a:r>
          </a:p>
        </p:txBody>
      </p:sp>
      <p:sp>
        <p:nvSpPr>
          <p:cNvPr id="7" name="Footer Placeholder 6">
            <a:extLst>
              <a:ext uri="{FF2B5EF4-FFF2-40B4-BE49-F238E27FC236}">
                <a16:creationId xmlns:a16="http://schemas.microsoft.com/office/drawing/2014/main" id="{C36FD22D-E552-7707-178A-C415B32A8553}"/>
              </a:ext>
            </a:extLst>
          </p:cNvPr>
          <p:cNvSpPr>
            <a:spLocks noGrp="1"/>
          </p:cNvSpPr>
          <p:nvPr>
            <p:ph type="ftr" sz="quarter" idx="10"/>
          </p:nvPr>
        </p:nvSpPr>
        <p:spPr/>
        <p:txBody>
          <a:bodyPr>
            <a:noAutofit/>
          </a:bodyPr>
          <a:lstStyle/>
          <a:p>
            <a:r>
              <a:rPr lang="en-US"/>
              <a:t>PRESENTATION TITLE</a:t>
            </a:r>
            <a:endParaRPr lang="en-US" dirty="0"/>
          </a:p>
        </p:txBody>
      </p:sp>
      <p:sp>
        <p:nvSpPr>
          <p:cNvPr id="8" name="Slide Number Placeholder 7">
            <a:extLst>
              <a:ext uri="{FF2B5EF4-FFF2-40B4-BE49-F238E27FC236}">
                <a16:creationId xmlns:a16="http://schemas.microsoft.com/office/drawing/2014/main" id="{DCF2C4E6-14A3-F03B-CAE2-C92DC19E79C7}"/>
              </a:ext>
            </a:extLst>
          </p:cNvPr>
          <p:cNvSpPr>
            <a:spLocks noGrp="1"/>
          </p:cNvSpPr>
          <p:nvPr>
            <p:ph type="sldNum" sz="quarter" idx="11"/>
          </p:nvPr>
        </p:nvSpPr>
        <p:spPr/>
        <p:txBody>
          <a:bodyPr>
            <a:noAutofit/>
          </a:body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822782326"/>
      </p:ext>
    </p:extLst>
  </p:cSld>
  <p:clrMapOvr>
    <a:masterClrMapping/>
  </p:clrMapOvr>
  <p:extLst>
    <p:ext uri="{DCECCB84-F9BA-43D5-87BE-67443E8EF086}">
      <p15:sldGuideLst xmlns:p15="http://schemas.microsoft.com/office/powerpoint/2012/main">
        <p15:guide id="1" pos="3840">
          <p15:clr>
            <a:srgbClr val="FBAE40"/>
          </p15:clr>
        </p15:guide>
        <p15:guide id="2" orient="horz" pos="1008">
          <p15:clr>
            <a:srgbClr val="FBAE40"/>
          </p15:clr>
        </p15:guide>
        <p15:guide id="3" orient="horz" pos="1560">
          <p15:clr>
            <a:srgbClr val="FBAE40"/>
          </p15:clr>
        </p15:guide>
        <p15:guide id="4" pos="312">
          <p15:clr>
            <a:srgbClr val="FBAE40"/>
          </p15:clr>
        </p15:guide>
        <p15:guide id="5" pos="816">
          <p15:clr>
            <a:srgbClr val="FBAE40"/>
          </p15:clr>
        </p15:guide>
        <p15:guide id="6" pos="7344">
          <p15:clr>
            <a:srgbClr val="FBAE40"/>
          </p15:clr>
        </p15:guide>
        <p15:guide id="7" orient="horz" pos="1416">
          <p15:clr>
            <a:srgbClr val="FBAE40"/>
          </p15:clr>
        </p15:guide>
        <p15:guide id="9" orient="horz" pos="384">
          <p15:clr>
            <a:srgbClr val="FBAE40"/>
          </p15:clr>
        </p15:guide>
        <p15:guide id="10" orient="horz" pos="374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wo Content 2">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69EF52E1-6F3C-5D9B-32DC-A156BDDE2834}"/>
              </a:ext>
              <a:ext uri="{C183D7F6-B498-43B3-948B-1728B52AA6E4}">
                <adec:decorative xmlns:adec="http://schemas.microsoft.com/office/drawing/2017/decorative" val="1"/>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2647" b="86709"/>
          <a:stretch/>
        </p:blipFill>
        <p:spPr>
          <a:xfrm>
            <a:off x="-1" y="5946505"/>
            <a:ext cx="5304866" cy="911495"/>
          </a:xfrm>
          <a:custGeom>
            <a:avLst/>
            <a:gdLst>
              <a:gd name="connsiteX0" fmla="*/ 0 w 5304866"/>
              <a:gd name="connsiteY0" fmla="*/ 0 h 1912980"/>
              <a:gd name="connsiteX1" fmla="*/ 5304866 w 5304866"/>
              <a:gd name="connsiteY1" fmla="*/ 0 h 1912980"/>
              <a:gd name="connsiteX2" fmla="*/ 5304866 w 5304866"/>
              <a:gd name="connsiteY2" fmla="*/ 1912980 h 1912980"/>
              <a:gd name="connsiteX3" fmla="*/ 5304865 w 5304866"/>
              <a:gd name="connsiteY3" fmla="*/ 1912980 h 1912980"/>
              <a:gd name="connsiteX4" fmla="*/ 0 w 5304866"/>
              <a:gd name="connsiteY4" fmla="*/ 1912980 h 19129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04866" h="1912980">
                <a:moveTo>
                  <a:pt x="0" y="0"/>
                </a:moveTo>
                <a:lnTo>
                  <a:pt x="5304866" y="0"/>
                </a:lnTo>
                <a:lnTo>
                  <a:pt x="5304866" y="1912980"/>
                </a:lnTo>
                <a:lnTo>
                  <a:pt x="5304865" y="1912980"/>
                </a:lnTo>
                <a:lnTo>
                  <a:pt x="0" y="1912980"/>
                </a:lnTo>
                <a:close/>
              </a:path>
            </a:pathLst>
          </a:custGeom>
        </p:spPr>
      </p:pic>
      <p:sp>
        <p:nvSpPr>
          <p:cNvPr id="9" name="Freeform 8">
            <a:extLst>
              <a:ext uri="{FF2B5EF4-FFF2-40B4-BE49-F238E27FC236}">
                <a16:creationId xmlns:a16="http://schemas.microsoft.com/office/drawing/2014/main" id="{4510996E-0672-63AB-DCBF-25B251B22899}"/>
              </a:ext>
              <a:ext uri="{C183D7F6-B498-43B3-948B-1728B52AA6E4}">
                <adec:decorative xmlns:adec="http://schemas.microsoft.com/office/drawing/2017/decorative" val="1"/>
              </a:ext>
            </a:extLst>
          </p:cNvPr>
          <p:cNvSpPr/>
          <p:nvPr/>
        </p:nvSpPr>
        <p:spPr>
          <a:xfrm>
            <a:off x="10497680" y="0"/>
            <a:ext cx="1694321" cy="2692400"/>
          </a:xfrm>
          <a:custGeom>
            <a:avLst/>
            <a:gdLst>
              <a:gd name="connsiteX0" fmla="*/ 1346200 w 1694321"/>
              <a:gd name="connsiteY0" fmla="*/ 0 h 2692400"/>
              <a:gd name="connsiteX1" fmla="*/ 1617506 w 1694321"/>
              <a:gd name="connsiteY1" fmla="*/ 27350 h 2692400"/>
              <a:gd name="connsiteX2" fmla="*/ 1694321 w 1694321"/>
              <a:gd name="connsiteY2" fmla="*/ 47101 h 2692400"/>
              <a:gd name="connsiteX3" fmla="*/ 1694321 w 1694321"/>
              <a:gd name="connsiteY3" fmla="*/ 528114 h 2692400"/>
              <a:gd name="connsiteX4" fmla="*/ 1692265 w 1694321"/>
              <a:gd name="connsiteY4" fmla="*/ 526998 h 2692400"/>
              <a:gd name="connsiteX5" fmla="*/ 1346199 w 1694321"/>
              <a:gd name="connsiteY5" fmla="*/ 457130 h 2692400"/>
              <a:gd name="connsiteX6" fmla="*/ 457130 w 1694321"/>
              <a:gd name="connsiteY6" fmla="*/ 1346199 h 2692400"/>
              <a:gd name="connsiteX7" fmla="*/ 1346199 w 1694321"/>
              <a:gd name="connsiteY7" fmla="*/ 2235268 h 2692400"/>
              <a:gd name="connsiteX8" fmla="*/ 1692265 w 1694321"/>
              <a:gd name="connsiteY8" fmla="*/ 2165401 h 2692400"/>
              <a:gd name="connsiteX9" fmla="*/ 1694321 w 1694321"/>
              <a:gd name="connsiteY9" fmla="*/ 2164285 h 2692400"/>
              <a:gd name="connsiteX10" fmla="*/ 1694321 w 1694321"/>
              <a:gd name="connsiteY10" fmla="*/ 2645299 h 2692400"/>
              <a:gd name="connsiteX11" fmla="*/ 1617506 w 1694321"/>
              <a:gd name="connsiteY11" fmla="*/ 2665050 h 2692400"/>
              <a:gd name="connsiteX12" fmla="*/ 1346200 w 1694321"/>
              <a:gd name="connsiteY12" fmla="*/ 2692400 h 2692400"/>
              <a:gd name="connsiteX13" fmla="*/ 0 w 1694321"/>
              <a:gd name="connsiteY13" fmla="*/ 1346200 h 2692400"/>
              <a:gd name="connsiteX14" fmla="*/ 1346200 w 1694321"/>
              <a:gd name="connsiteY14" fmla="*/ 0 h 269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694321" h="2692400">
                <a:moveTo>
                  <a:pt x="1346200" y="0"/>
                </a:moveTo>
                <a:cubicBezTo>
                  <a:pt x="1439136" y="0"/>
                  <a:pt x="1529872" y="9417"/>
                  <a:pt x="1617506" y="27350"/>
                </a:cubicBezTo>
                <a:lnTo>
                  <a:pt x="1694321" y="47101"/>
                </a:lnTo>
                <a:lnTo>
                  <a:pt x="1694321" y="528114"/>
                </a:lnTo>
                <a:lnTo>
                  <a:pt x="1692265" y="526998"/>
                </a:lnTo>
                <a:cubicBezTo>
                  <a:pt x="1585898" y="482008"/>
                  <a:pt x="1468954" y="457130"/>
                  <a:pt x="1346199" y="457130"/>
                </a:cubicBezTo>
                <a:cubicBezTo>
                  <a:pt x="855180" y="457130"/>
                  <a:pt x="457130" y="855180"/>
                  <a:pt x="457130" y="1346199"/>
                </a:cubicBezTo>
                <a:cubicBezTo>
                  <a:pt x="457130" y="1837218"/>
                  <a:pt x="855180" y="2235268"/>
                  <a:pt x="1346199" y="2235268"/>
                </a:cubicBezTo>
                <a:cubicBezTo>
                  <a:pt x="1468954" y="2235268"/>
                  <a:pt x="1585898" y="2210390"/>
                  <a:pt x="1692265" y="2165401"/>
                </a:cubicBezTo>
                <a:lnTo>
                  <a:pt x="1694321" y="2164285"/>
                </a:lnTo>
                <a:lnTo>
                  <a:pt x="1694321" y="2645299"/>
                </a:lnTo>
                <a:lnTo>
                  <a:pt x="1617506" y="2665050"/>
                </a:lnTo>
                <a:cubicBezTo>
                  <a:pt x="1529872" y="2682983"/>
                  <a:pt x="1439136" y="2692400"/>
                  <a:pt x="1346200" y="2692400"/>
                </a:cubicBezTo>
                <a:cubicBezTo>
                  <a:pt x="602714" y="2692400"/>
                  <a:pt x="0" y="2089686"/>
                  <a:pt x="0" y="1346200"/>
                </a:cubicBezTo>
                <a:cubicBezTo>
                  <a:pt x="0" y="602714"/>
                  <a:pt x="602714" y="0"/>
                  <a:pt x="1346200" y="0"/>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Title 1">
            <a:extLst>
              <a:ext uri="{FF2B5EF4-FFF2-40B4-BE49-F238E27FC236}">
                <a16:creationId xmlns:a16="http://schemas.microsoft.com/office/drawing/2014/main" id="{D1A089D1-3F91-4EA1-F598-0EDD4632E42D}"/>
              </a:ext>
            </a:extLst>
          </p:cNvPr>
          <p:cNvSpPr>
            <a:spLocks noGrp="1"/>
          </p:cNvSpPr>
          <p:nvPr>
            <p:ph type="title" hasCustomPrompt="1"/>
          </p:nvPr>
        </p:nvSpPr>
        <p:spPr>
          <a:xfrm>
            <a:off x="811185" y="621972"/>
            <a:ext cx="6400800" cy="1828800"/>
          </a:xfrm>
        </p:spPr>
        <p:txBody>
          <a:bodyPr lIns="0" tIns="0" rIns="0" bIns="0">
            <a:noAutofit/>
          </a:bodyPr>
          <a:lstStyle/>
          <a:p>
            <a:r>
              <a:rPr lang="en-US" dirty="0"/>
              <a:t>Click to add title</a:t>
            </a:r>
          </a:p>
        </p:txBody>
      </p:sp>
      <p:sp>
        <p:nvSpPr>
          <p:cNvPr id="2" name="Content Placeholder 2">
            <a:extLst>
              <a:ext uri="{FF2B5EF4-FFF2-40B4-BE49-F238E27FC236}">
                <a16:creationId xmlns:a16="http://schemas.microsoft.com/office/drawing/2014/main" id="{5DE2B4D4-87FA-ACC4-A0FD-E98B07CE9852}"/>
              </a:ext>
            </a:extLst>
          </p:cNvPr>
          <p:cNvSpPr>
            <a:spLocks noGrp="1"/>
          </p:cNvSpPr>
          <p:nvPr>
            <p:ph sz="quarter" idx="26" hasCustomPrompt="1"/>
          </p:nvPr>
        </p:nvSpPr>
        <p:spPr>
          <a:xfrm>
            <a:off x="811185" y="3067050"/>
            <a:ext cx="6400800" cy="3048000"/>
          </a:xfrm>
        </p:spPr>
        <p:txBody>
          <a:bodyPr lIns="0" tIns="0" rIns="0" bIns="0"/>
          <a:lstStyle>
            <a:lvl1pPr marL="0" indent="0">
              <a:buNone/>
              <a:defRPr sz="1800"/>
            </a:lvl1pPr>
            <a:lvl2pPr marL="411480">
              <a:defRPr sz="1800"/>
            </a:lvl2pPr>
            <a:lvl3pPr marL="685800">
              <a:defRPr sz="1800"/>
            </a:lvl3pPr>
            <a:lvl4pPr marL="1051560">
              <a:defRPr sz="1800"/>
            </a:lvl4pPr>
            <a:lvl5pPr marL="1417320">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a:extLst>
              <a:ext uri="{FF2B5EF4-FFF2-40B4-BE49-F238E27FC236}">
                <a16:creationId xmlns:a16="http://schemas.microsoft.com/office/drawing/2014/main" id="{4A58F85D-7A7F-3D36-8C6A-6589D66D2AFD}"/>
              </a:ext>
            </a:extLst>
          </p:cNvPr>
          <p:cNvSpPr>
            <a:spLocks noGrp="1"/>
          </p:cNvSpPr>
          <p:nvPr>
            <p:ph sz="quarter" idx="27" hasCustomPrompt="1"/>
          </p:nvPr>
        </p:nvSpPr>
        <p:spPr>
          <a:xfrm>
            <a:off x="7861300" y="3067050"/>
            <a:ext cx="3519515" cy="3048000"/>
          </a:xfrm>
        </p:spPr>
        <p:txBody>
          <a:bodyPr lIns="0" tIns="0" rIns="0" bIns="0"/>
          <a:lstStyle>
            <a:lvl1pPr marL="342900" indent="-342900">
              <a:buFont typeface="+mj-lt"/>
              <a:buAutoNum type="arabicPeriod"/>
              <a:defRPr sz="1800"/>
            </a:lvl1pPr>
            <a:lvl2pPr marL="525780" indent="-342900">
              <a:buFont typeface="+mj-lt"/>
              <a:buAutoNum type="alphaLcPeriod"/>
              <a:defRPr sz="1800"/>
            </a:lvl2pPr>
            <a:lvl3pPr marL="800100" indent="-342900">
              <a:buFont typeface="+mj-lt"/>
              <a:buAutoNum type="arabicParenR"/>
              <a:defRPr sz="1800"/>
            </a:lvl3pPr>
            <a:lvl4pPr marL="1165860" indent="-342900">
              <a:buFont typeface="+mj-lt"/>
              <a:buAutoNum type="alphaLcPeriod"/>
              <a:defRPr sz="1800"/>
            </a:lvl4pPr>
            <a:lvl5pPr marL="1531620" indent="-342900">
              <a:buFont typeface="+mj-lt"/>
              <a:buAutoNum type="romanLcPeriod"/>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6">
            <a:extLst>
              <a:ext uri="{FF2B5EF4-FFF2-40B4-BE49-F238E27FC236}">
                <a16:creationId xmlns:a16="http://schemas.microsoft.com/office/drawing/2014/main" id="{C36FD22D-E552-7707-178A-C415B32A8553}"/>
              </a:ext>
            </a:extLst>
          </p:cNvPr>
          <p:cNvSpPr>
            <a:spLocks noGrp="1"/>
          </p:cNvSpPr>
          <p:nvPr>
            <p:ph type="ftr" sz="quarter" idx="10"/>
          </p:nvPr>
        </p:nvSpPr>
        <p:spPr/>
        <p:txBody>
          <a:bodyPr>
            <a:noAutofit/>
          </a:bodyPr>
          <a:lstStyle/>
          <a:p>
            <a:r>
              <a:rPr lang="en-US"/>
              <a:t>PRESENTATION TITLE</a:t>
            </a:r>
            <a:endParaRPr lang="en-US" dirty="0"/>
          </a:p>
        </p:txBody>
      </p:sp>
      <p:sp>
        <p:nvSpPr>
          <p:cNvPr id="8" name="Slide Number Placeholder 7">
            <a:extLst>
              <a:ext uri="{FF2B5EF4-FFF2-40B4-BE49-F238E27FC236}">
                <a16:creationId xmlns:a16="http://schemas.microsoft.com/office/drawing/2014/main" id="{DCF2C4E6-14A3-F03B-CAE2-C92DC19E79C7}"/>
              </a:ext>
            </a:extLst>
          </p:cNvPr>
          <p:cNvSpPr>
            <a:spLocks noGrp="1"/>
          </p:cNvSpPr>
          <p:nvPr>
            <p:ph type="sldNum" sz="quarter" idx="11"/>
          </p:nvPr>
        </p:nvSpPr>
        <p:spPr/>
        <p:txBody>
          <a:bodyPr>
            <a:noAutofit/>
          </a:body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883108724"/>
      </p:ext>
    </p:extLst>
  </p:cSld>
  <p:clrMapOvr>
    <a:masterClrMapping/>
  </p:clrMapOvr>
  <p:extLst>
    <p:ext uri="{DCECCB84-F9BA-43D5-87BE-67443E8EF086}">
      <p15:sldGuideLst xmlns:p15="http://schemas.microsoft.com/office/powerpoint/2012/main">
        <p15:guide id="1" pos="3840">
          <p15:clr>
            <a:srgbClr val="FBAE40"/>
          </p15:clr>
        </p15:guide>
        <p15:guide id="2" orient="horz" pos="1008">
          <p15:clr>
            <a:srgbClr val="FBAE40"/>
          </p15:clr>
        </p15:guide>
        <p15:guide id="3" orient="horz" pos="1560">
          <p15:clr>
            <a:srgbClr val="FBAE40"/>
          </p15:clr>
        </p15:guide>
        <p15:guide id="4" pos="312">
          <p15:clr>
            <a:srgbClr val="FBAE40"/>
          </p15:clr>
        </p15:guide>
        <p15:guide id="5" pos="816">
          <p15:clr>
            <a:srgbClr val="FBAE40"/>
          </p15:clr>
        </p15:guide>
        <p15:guide id="6" pos="633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ble">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D8C74DBB-978B-8EA5-44E6-3AF3F58B7003}"/>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45028" b="67254"/>
          <a:stretch>
            <a:fillRect/>
          </a:stretch>
        </p:blipFill>
        <p:spPr>
          <a:xfrm>
            <a:off x="0" y="4612248"/>
            <a:ext cx="3769950" cy="2245753"/>
          </a:xfrm>
          <a:custGeom>
            <a:avLst/>
            <a:gdLst>
              <a:gd name="connsiteX0" fmla="*/ 0 w 3769950"/>
              <a:gd name="connsiteY0" fmla="*/ 0 h 2245753"/>
              <a:gd name="connsiteX1" fmla="*/ 3769950 w 3769950"/>
              <a:gd name="connsiteY1" fmla="*/ 0 h 2245753"/>
              <a:gd name="connsiteX2" fmla="*/ 3769950 w 3769950"/>
              <a:gd name="connsiteY2" fmla="*/ 2245753 h 2245753"/>
              <a:gd name="connsiteX3" fmla="*/ 0 w 3769950"/>
              <a:gd name="connsiteY3" fmla="*/ 2245753 h 2245753"/>
            </a:gdLst>
            <a:ahLst/>
            <a:cxnLst>
              <a:cxn ang="0">
                <a:pos x="connsiteX0" y="connsiteY0"/>
              </a:cxn>
              <a:cxn ang="0">
                <a:pos x="connsiteX1" y="connsiteY1"/>
              </a:cxn>
              <a:cxn ang="0">
                <a:pos x="connsiteX2" y="connsiteY2"/>
              </a:cxn>
              <a:cxn ang="0">
                <a:pos x="connsiteX3" y="connsiteY3"/>
              </a:cxn>
            </a:cxnLst>
            <a:rect l="l" t="t" r="r" b="b"/>
            <a:pathLst>
              <a:path w="3769950" h="2245753">
                <a:moveTo>
                  <a:pt x="0" y="0"/>
                </a:moveTo>
                <a:lnTo>
                  <a:pt x="3769950" y="0"/>
                </a:lnTo>
                <a:lnTo>
                  <a:pt x="3769950" y="2245753"/>
                </a:lnTo>
                <a:lnTo>
                  <a:pt x="0" y="2245753"/>
                </a:lnTo>
                <a:close/>
              </a:path>
            </a:pathLst>
          </a:custGeom>
        </p:spPr>
      </p:pic>
      <p:pic>
        <p:nvPicPr>
          <p:cNvPr id="4" name="Graphic 3">
            <a:extLst>
              <a:ext uri="{FF2B5EF4-FFF2-40B4-BE49-F238E27FC236}">
                <a16:creationId xmlns:a16="http://schemas.microsoft.com/office/drawing/2014/main" id="{F7D965D3-2ED5-0347-F848-6C2A1D36AEB9}"/>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55513" b="14154"/>
          <a:stretch>
            <a:fillRect/>
          </a:stretch>
        </p:blipFill>
        <p:spPr>
          <a:xfrm>
            <a:off x="9141088" y="970666"/>
            <a:ext cx="3050912" cy="5887335"/>
          </a:xfrm>
          <a:custGeom>
            <a:avLst/>
            <a:gdLst>
              <a:gd name="connsiteX0" fmla="*/ 0 w 3050912"/>
              <a:gd name="connsiteY0" fmla="*/ 0 h 5887335"/>
              <a:gd name="connsiteX1" fmla="*/ 3050912 w 3050912"/>
              <a:gd name="connsiteY1" fmla="*/ 0 h 5887335"/>
              <a:gd name="connsiteX2" fmla="*/ 3050912 w 3050912"/>
              <a:gd name="connsiteY2" fmla="*/ 5887335 h 5887335"/>
              <a:gd name="connsiteX3" fmla="*/ 0 w 3050912"/>
              <a:gd name="connsiteY3" fmla="*/ 5887335 h 5887335"/>
            </a:gdLst>
            <a:ahLst/>
            <a:cxnLst>
              <a:cxn ang="0">
                <a:pos x="connsiteX0" y="connsiteY0"/>
              </a:cxn>
              <a:cxn ang="0">
                <a:pos x="connsiteX1" y="connsiteY1"/>
              </a:cxn>
              <a:cxn ang="0">
                <a:pos x="connsiteX2" y="connsiteY2"/>
              </a:cxn>
              <a:cxn ang="0">
                <a:pos x="connsiteX3" y="connsiteY3"/>
              </a:cxn>
            </a:cxnLst>
            <a:rect l="l" t="t" r="r" b="b"/>
            <a:pathLst>
              <a:path w="3050912" h="5887335">
                <a:moveTo>
                  <a:pt x="0" y="0"/>
                </a:moveTo>
                <a:lnTo>
                  <a:pt x="3050912" y="0"/>
                </a:lnTo>
                <a:lnTo>
                  <a:pt x="3050912" y="5887335"/>
                </a:lnTo>
                <a:lnTo>
                  <a:pt x="0" y="5887335"/>
                </a:lnTo>
                <a:close/>
              </a:path>
            </a:pathLst>
          </a:custGeom>
        </p:spPr>
      </p:pic>
      <p:sp>
        <p:nvSpPr>
          <p:cNvPr id="20" name="Title 1">
            <a:extLst>
              <a:ext uri="{FF2B5EF4-FFF2-40B4-BE49-F238E27FC236}">
                <a16:creationId xmlns:a16="http://schemas.microsoft.com/office/drawing/2014/main" id="{1CBEC63C-AA69-807D-2A93-BC45B1BDF641}"/>
              </a:ext>
            </a:extLst>
          </p:cNvPr>
          <p:cNvSpPr>
            <a:spLocks noGrp="1"/>
          </p:cNvSpPr>
          <p:nvPr>
            <p:ph type="title"/>
          </p:nvPr>
        </p:nvSpPr>
        <p:spPr>
          <a:xfrm>
            <a:off x="811184" y="621973"/>
            <a:ext cx="7309086" cy="1828800"/>
          </a:xfrm>
        </p:spPr>
        <p:txBody>
          <a:bodyPr lIns="0" tIns="0" rIns="0" bIns="0">
            <a:noAutofit/>
          </a:bodyPr>
          <a:lstStyle/>
          <a:p>
            <a:r>
              <a:rPr lang="en-US"/>
              <a:t>Click to edit Master title style</a:t>
            </a:r>
            <a:endParaRPr lang="en-US" dirty="0"/>
          </a:p>
        </p:txBody>
      </p:sp>
      <p:sp>
        <p:nvSpPr>
          <p:cNvPr id="5" name="Table Placeholder 4">
            <a:extLst>
              <a:ext uri="{FF2B5EF4-FFF2-40B4-BE49-F238E27FC236}">
                <a16:creationId xmlns:a16="http://schemas.microsoft.com/office/drawing/2014/main" id="{3E0C7AAD-1535-12DC-133E-2253BF501721}"/>
              </a:ext>
            </a:extLst>
          </p:cNvPr>
          <p:cNvSpPr>
            <a:spLocks noGrp="1"/>
          </p:cNvSpPr>
          <p:nvPr>
            <p:ph type="tbl" sz="quarter" idx="12" hasCustomPrompt="1"/>
          </p:nvPr>
        </p:nvSpPr>
        <p:spPr>
          <a:xfrm>
            <a:off x="811183" y="2757488"/>
            <a:ext cx="10548967" cy="3399964"/>
          </a:xfrm>
        </p:spPr>
        <p:txBody>
          <a:bodyPr/>
          <a:lstStyle/>
          <a:p>
            <a:r>
              <a:rPr lang="en-US" dirty="0"/>
              <a:t>Click icon to insert table</a:t>
            </a:r>
          </a:p>
        </p:txBody>
      </p:sp>
      <p:sp>
        <p:nvSpPr>
          <p:cNvPr id="7" name="Footer Placeholder 6">
            <a:extLst>
              <a:ext uri="{FF2B5EF4-FFF2-40B4-BE49-F238E27FC236}">
                <a16:creationId xmlns:a16="http://schemas.microsoft.com/office/drawing/2014/main" id="{C36FD22D-E552-7707-178A-C415B32A8553}"/>
              </a:ext>
            </a:extLst>
          </p:cNvPr>
          <p:cNvSpPr>
            <a:spLocks noGrp="1"/>
          </p:cNvSpPr>
          <p:nvPr>
            <p:ph type="ftr" sz="quarter" idx="10"/>
          </p:nvPr>
        </p:nvSpPr>
        <p:spPr/>
        <p:txBody>
          <a:bodyPr/>
          <a:lstStyle/>
          <a:p>
            <a:r>
              <a:rPr lang="en-US"/>
              <a:t>PRESENTATION TITLE</a:t>
            </a:r>
            <a:endParaRPr lang="en-US" dirty="0"/>
          </a:p>
        </p:txBody>
      </p:sp>
      <p:sp>
        <p:nvSpPr>
          <p:cNvPr id="8" name="Slide Number Placeholder 7">
            <a:extLst>
              <a:ext uri="{FF2B5EF4-FFF2-40B4-BE49-F238E27FC236}">
                <a16:creationId xmlns:a16="http://schemas.microsoft.com/office/drawing/2014/main" id="{DCF2C4E6-14A3-F03B-CAE2-C92DC19E79C7}"/>
              </a:ext>
            </a:extLst>
          </p:cNvPr>
          <p:cNvSpPr>
            <a:spLocks noGrp="1"/>
          </p:cNvSpPr>
          <p:nvPr>
            <p:ph type="sldNum" sz="quarter" idx="11"/>
          </p:nvPr>
        </p:nvSpPr>
        <p:spPr/>
        <p:txBody>
          <a:body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389048957"/>
      </p:ext>
    </p:extLst>
  </p:cSld>
  <p:clrMapOvr>
    <a:masterClrMapping/>
  </p:clrMapOvr>
  <p:extLst>
    <p:ext uri="{DCECCB84-F9BA-43D5-87BE-67443E8EF086}">
      <p15:sldGuideLst xmlns:p15="http://schemas.microsoft.com/office/powerpoint/2012/main">
        <p15:guide id="1" pos="3840">
          <p15:clr>
            <a:srgbClr val="FBAE40"/>
          </p15:clr>
        </p15:guide>
        <p15:guide id="2" orient="horz" pos="1008">
          <p15:clr>
            <a:srgbClr val="FBAE40"/>
          </p15:clr>
        </p15:guide>
        <p15:guide id="3" orient="horz" pos="1560">
          <p15:clr>
            <a:srgbClr val="FBAE40"/>
          </p15:clr>
        </p15:guide>
        <p15:guide id="4" pos="312">
          <p15:clr>
            <a:srgbClr val="FBAE40"/>
          </p15:clr>
        </p15:guide>
        <p15:guide id="5" pos="816">
          <p15:clr>
            <a:srgbClr val="FBAE40"/>
          </p15:clr>
        </p15:guide>
        <p15:guide id="6" pos="6336">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48AC6985-AA41-BCAE-CEDF-E736D973B5FF}"/>
              </a:ext>
            </a:extLst>
          </p:cNvPr>
          <p:cNvSpPr>
            <a:spLocks noGrp="1"/>
          </p:cNvSpPr>
          <p:nvPr>
            <p:ph type="ctrTitle"/>
          </p:nvPr>
        </p:nvSpPr>
        <p:spPr>
          <a:xfrm>
            <a:off x="811184" y="612647"/>
            <a:ext cx="10002589" cy="3657600"/>
          </a:xfrm>
        </p:spPr>
        <p:txBody>
          <a:bodyPr lIns="0" tIns="0" rIns="0" bIns="0" anchor="b">
            <a:noAutofit/>
          </a:bodyPr>
          <a:lstStyle>
            <a:lvl1pPr marL="0" algn="l">
              <a:lnSpc>
                <a:spcPct val="90000"/>
              </a:lnSpc>
              <a:spcBef>
                <a:spcPts val="0"/>
              </a:spcBef>
              <a:spcAft>
                <a:spcPts val="0"/>
              </a:spcAft>
              <a:defRPr sz="7000"/>
            </a:lvl1pPr>
          </a:lstStyle>
          <a:p>
            <a:r>
              <a:rPr lang="en-US"/>
              <a:t>Click to edit Master title style</a:t>
            </a:r>
            <a:endParaRPr lang="en-US" dirty="0"/>
          </a:p>
        </p:txBody>
      </p:sp>
      <p:sp>
        <p:nvSpPr>
          <p:cNvPr id="19" name="Subtitle 2">
            <a:extLst>
              <a:ext uri="{FF2B5EF4-FFF2-40B4-BE49-F238E27FC236}">
                <a16:creationId xmlns:a16="http://schemas.microsoft.com/office/drawing/2014/main" id="{A7B85660-94E4-85D1-95CA-415513A0355F}"/>
              </a:ext>
            </a:extLst>
          </p:cNvPr>
          <p:cNvSpPr>
            <a:spLocks noGrp="1"/>
          </p:cNvSpPr>
          <p:nvPr>
            <p:ph type="subTitle" idx="1" hasCustomPrompt="1"/>
          </p:nvPr>
        </p:nvSpPr>
        <p:spPr>
          <a:xfrm>
            <a:off x="811185" y="4724033"/>
            <a:ext cx="7000972" cy="1709423"/>
          </a:xfrm>
        </p:spPr>
        <p:txBody>
          <a:bodyPr lIns="0" tIns="0" rIns="0" bIns="0">
            <a:noAutofit/>
          </a:bodyPr>
          <a:lstStyle>
            <a:lvl1pPr marL="0" indent="0" algn="l">
              <a:buNone/>
              <a:defRPr sz="2400" b="1" i="0">
                <a:solidFill>
                  <a:schemeClr val="accent4"/>
                </a:solidFill>
                <a:latin typeface="+mj-lt"/>
                <a:cs typeface="Arial Black"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grpSp>
        <p:nvGrpSpPr>
          <p:cNvPr id="2" name="Group 1">
            <a:extLst>
              <a:ext uri="{FF2B5EF4-FFF2-40B4-BE49-F238E27FC236}">
                <a16:creationId xmlns:a16="http://schemas.microsoft.com/office/drawing/2014/main" id="{1DCAF5C0-1B51-02B5-924D-230575353A0B}"/>
              </a:ext>
              <a:ext uri="{C183D7F6-B498-43B3-948B-1728B52AA6E4}">
                <adec:decorative xmlns:adec="http://schemas.microsoft.com/office/drawing/2017/decorative" val="1"/>
              </a:ext>
            </a:extLst>
          </p:cNvPr>
          <p:cNvGrpSpPr/>
          <p:nvPr/>
        </p:nvGrpSpPr>
        <p:grpSpPr>
          <a:xfrm rot="10800000">
            <a:off x="9829617" y="4724034"/>
            <a:ext cx="2133966" cy="2133966"/>
            <a:chOff x="9654699" y="2229295"/>
            <a:chExt cx="2133966" cy="2133966"/>
          </a:xfrm>
        </p:grpSpPr>
        <p:sp>
          <p:nvSpPr>
            <p:cNvPr id="3" name="Freeform 11">
              <a:extLst>
                <a:ext uri="{FF2B5EF4-FFF2-40B4-BE49-F238E27FC236}">
                  <a16:creationId xmlns:a16="http://schemas.microsoft.com/office/drawing/2014/main" id="{41AAE8D5-8E6A-7CBE-9018-DD8F3493D049}"/>
                </a:ext>
              </a:extLst>
            </p:cNvPr>
            <p:cNvSpPr/>
            <p:nvPr/>
          </p:nvSpPr>
          <p:spPr>
            <a:xfrm>
              <a:off x="9655348" y="3309113"/>
              <a:ext cx="2132669" cy="1054148"/>
            </a:xfrm>
            <a:custGeom>
              <a:avLst/>
              <a:gdLst>
                <a:gd name="connsiteX0" fmla="*/ 1345382 w 2690764"/>
                <a:gd name="connsiteY0" fmla="*/ 0 h 1330006"/>
                <a:gd name="connsiteX1" fmla="*/ 2684632 w 2690764"/>
                <a:gd name="connsiteY1" fmla="*/ 1208559 h 1330006"/>
                <a:gd name="connsiteX2" fmla="*/ 2690764 w 2690764"/>
                <a:gd name="connsiteY2" fmla="*/ 1330006 h 1330006"/>
                <a:gd name="connsiteX3" fmla="*/ 0 w 2690764"/>
                <a:gd name="connsiteY3" fmla="*/ 1330006 h 1330006"/>
                <a:gd name="connsiteX4" fmla="*/ 6132 w 2690764"/>
                <a:gd name="connsiteY4" fmla="*/ 1208559 h 1330006"/>
                <a:gd name="connsiteX5" fmla="*/ 1345382 w 2690764"/>
                <a:gd name="connsiteY5" fmla="*/ 0 h 1330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90764" h="1330006">
                  <a:moveTo>
                    <a:pt x="1345382" y="0"/>
                  </a:moveTo>
                  <a:cubicBezTo>
                    <a:pt x="2042400" y="0"/>
                    <a:pt x="2615693" y="529729"/>
                    <a:pt x="2684632" y="1208559"/>
                  </a:cubicBezTo>
                  <a:lnTo>
                    <a:pt x="2690764" y="1330006"/>
                  </a:lnTo>
                  <a:lnTo>
                    <a:pt x="0" y="1330006"/>
                  </a:lnTo>
                  <a:lnTo>
                    <a:pt x="6132" y="1208559"/>
                  </a:lnTo>
                  <a:cubicBezTo>
                    <a:pt x="75071" y="529729"/>
                    <a:pt x="648364" y="0"/>
                    <a:pt x="134538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reeform 12">
              <a:extLst>
                <a:ext uri="{FF2B5EF4-FFF2-40B4-BE49-F238E27FC236}">
                  <a16:creationId xmlns:a16="http://schemas.microsoft.com/office/drawing/2014/main" id="{C694532E-B147-38A2-55EE-24483385016A}"/>
                </a:ext>
              </a:extLst>
            </p:cNvPr>
            <p:cNvSpPr/>
            <p:nvPr/>
          </p:nvSpPr>
          <p:spPr>
            <a:xfrm>
              <a:off x="9654699" y="2229295"/>
              <a:ext cx="2133966" cy="1079818"/>
            </a:xfrm>
            <a:custGeom>
              <a:avLst/>
              <a:gdLst>
                <a:gd name="connsiteX0" fmla="*/ 818 w 2692400"/>
                <a:gd name="connsiteY0" fmla="*/ 0 h 1362394"/>
                <a:gd name="connsiteX1" fmla="*/ 2691582 w 2692400"/>
                <a:gd name="connsiteY1" fmla="*/ 0 h 1362394"/>
                <a:gd name="connsiteX2" fmla="*/ 2692400 w 2692400"/>
                <a:gd name="connsiteY2" fmla="*/ 16194 h 1362394"/>
                <a:gd name="connsiteX3" fmla="*/ 1346200 w 2692400"/>
                <a:gd name="connsiteY3" fmla="*/ 1362394 h 1362394"/>
                <a:gd name="connsiteX4" fmla="*/ 0 w 2692400"/>
                <a:gd name="connsiteY4" fmla="*/ 16194 h 1362394"/>
                <a:gd name="connsiteX5" fmla="*/ 818 w 2692400"/>
                <a:gd name="connsiteY5" fmla="*/ 0 h 1362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92400" h="1362394">
                  <a:moveTo>
                    <a:pt x="818" y="0"/>
                  </a:moveTo>
                  <a:lnTo>
                    <a:pt x="2691582" y="0"/>
                  </a:lnTo>
                  <a:lnTo>
                    <a:pt x="2692400" y="16194"/>
                  </a:lnTo>
                  <a:cubicBezTo>
                    <a:pt x="2692400" y="759680"/>
                    <a:pt x="2089686" y="1362394"/>
                    <a:pt x="1346200" y="1362394"/>
                  </a:cubicBezTo>
                  <a:cubicBezTo>
                    <a:pt x="602714" y="1362394"/>
                    <a:pt x="0" y="759680"/>
                    <a:pt x="0" y="16194"/>
                  </a:cubicBezTo>
                  <a:lnTo>
                    <a:pt x="818"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pic>
        <p:nvPicPr>
          <p:cNvPr id="5" name="Graphic 4">
            <a:extLst>
              <a:ext uri="{FF2B5EF4-FFF2-40B4-BE49-F238E27FC236}">
                <a16:creationId xmlns:a16="http://schemas.microsoft.com/office/drawing/2014/main" id="{114B3BE5-2D39-542C-00BB-A940C568E438}"/>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57983" r="47282"/>
          <a:stretch/>
        </p:blipFill>
        <p:spPr>
          <a:xfrm>
            <a:off x="8576607" y="0"/>
            <a:ext cx="3615393" cy="2881530"/>
          </a:xfrm>
          <a:custGeom>
            <a:avLst/>
            <a:gdLst>
              <a:gd name="connsiteX0" fmla="*/ 0 w 4474331"/>
              <a:gd name="connsiteY0" fmla="*/ 0 h 3231221"/>
              <a:gd name="connsiteX1" fmla="*/ 4474331 w 4474331"/>
              <a:gd name="connsiteY1" fmla="*/ 0 h 3231221"/>
              <a:gd name="connsiteX2" fmla="*/ 4474331 w 4474331"/>
              <a:gd name="connsiteY2" fmla="*/ 3231221 h 3231221"/>
              <a:gd name="connsiteX3" fmla="*/ 0 w 4474331"/>
              <a:gd name="connsiteY3" fmla="*/ 3231221 h 3231221"/>
            </a:gdLst>
            <a:ahLst/>
            <a:cxnLst>
              <a:cxn ang="0">
                <a:pos x="connsiteX0" y="connsiteY0"/>
              </a:cxn>
              <a:cxn ang="0">
                <a:pos x="connsiteX1" y="connsiteY1"/>
              </a:cxn>
              <a:cxn ang="0">
                <a:pos x="connsiteX2" y="connsiteY2"/>
              </a:cxn>
              <a:cxn ang="0">
                <a:pos x="connsiteX3" y="connsiteY3"/>
              </a:cxn>
            </a:cxnLst>
            <a:rect l="l" t="t" r="r" b="b"/>
            <a:pathLst>
              <a:path w="4474331" h="3231221">
                <a:moveTo>
                  <a:pt x="0" y="0"/>
                </a:moveTo>
                <a:lnTo>
                  <a:pt x="4474331" y="0"/>
                </a:lnTo>
                <a:lnTo>
                  <a:pt x="4474331" y="3231221"/>
                </a:lnTo>
                <a:lnTo>
                  <a:pt x="0" y="3231221"/>
                </a:lnTo>
                <a:close/>
              </a:path>
            </a:pathLst>
          </a:custGeom>
        </p:spPr>
      </p:pic>
    </p:spTree>
    <p:extLst>
      <p:ext uri="{BB962C8B-B14F-4D97-AF65-F5344CB8AC3E}">
        <p14:creationId xmlns:p14="http://schemas.microsoft.com/office/powerpoint/2010/main" val="12418776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811185" y="629469"/>
            <a:ext cx="7319941" cy="5599062"/>
          </a:xfrm>
        </p:spPr>
        <p:txBody>
          <a:bodyPr lIns="0" tIns="0" rIns="0" bIns="0" anchor="ctr">
            <a:noAutofit/>
          </a:bodyPr>
          <a:lstStyle>
            <a:lvl1pPr marL="0" algn="l">
              <a:lnSpc>
                <a:spcPct val="80000"/>
              </a:lnSpc>
              <a:spcBef>
                <a:spcPts val="0"/>
              </a:spcBef>
              <a:spcAft>
                <a:spcPts val="0"/>
              </a:spcAft>
              <a:defRPr sz="7000"/>
            </a:lvl1pPr>
          </a:lstStyle>
          <a:p>
            <a:r>
              <a:rPr lang="en-US" dirty="0"/>
              <a:t>Click to add title</a:t>
            </a:r>
          </a:p>
        </p:txBody>
      </p:sp>
    </p:spTree>
    <p:extLst>
      <p:ext uri="{BB962C8B-B14F-4D97-AF65-F5344CB8AC3E}">
        <p14:creationId xmlns:p14="http://schemas.microsoft.com/office/powerpoint/2010/main" val="41660637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11185" y="621973"/>
            <a:ext cx="6400800" cy="1828800"/>
          </a:xfrm>
        </p:spPr>
        <p:txBody>
          <a:bodyPr lIns="0" tIns="0" rIns="0" bIns="0">
            <a:noAutofit/>
          </a:bodyPr>
          <a:lstStyle>
            <a:lvl1pPr>
              <a:defRPr baseline="0"/>
            </a:lvl1pPr>
          </a:lstStyle>
          <a:p>
            <a:r>
              <a:rPr lang="en-US" dirty="0"/>
              <a:t>Click to add title</a:t>
            </a:r>
          </a:p>
        </p:txBody>
      </p:sp>
      <p:pic>
        <p:nvPicPr>
          <p:cNvPr id="10" name="Graphic 9">
            <a:extLst>
              <a:ext uri="{FF2B5EF4-FFF2-40B4-BE49-F238E27FC236}">
                <a16:creationId xmlns:a16="http://schemas.microsoft.com/office/drawing/2014/main" id="{B3606A3B-5B75-C830-0580-02B3AF648B3A}"/>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0286" t="49280" r="50286"/>
          <a:stretch/>
        </p:blipFill>
        <p:spPr>
          <a:xfrm>
            <a:off x="8077200" y="0"/>
            <a:ext cx="4114800" cy="3478385"/>
          </a:xfrm>
          <a:custGeom>
            <a:avLst/>
            <a:gdLst>
              <a:gd name="connsiteX0" fmla="*/ 0 w 4114800"/>
              <a:gd name="connsiteY0" fmla="*/ 0 h 5712824"/>
              <a:gd name="connsiteX1" fmla="*/ 4114800 w 4114800"/>
              <a:gd name="connsiteY1" fmla="*/ 0 h 5712824"/>
              <a:gd name="connsiteX2" fmla="*/ 4114800 w 4114800"/>
              <a:gd name="connsiteY2" fmla="*/ 5712824 h 5712824"/>
              <a:gd name="connsiteX3" fmla="*/ 0 w 4114800"/>
              <a:gd name="connsiteY3" fmla="*/ 5712824 h 5712824"/>
            </a:gdLst>
            <a:ahLst/>
            <a:cxnLst>
              <a:cxn ang="0">
                <a:pos x="connsiteX0" y="connsiteY0"/>
              </a:cxn>
              <a:cxn ang="0">
                <a:pos x="connsiteX1" y="connsiteY1"/>
              </a:cxn>
              <a:cxn ang="0">
                <a:pos x="connsiteX2" y="connsiteY2"/>
              </a:cxn>
              <a:cxn ang="0">
                <a:pos x="connsiteX3" y="connsiteY3"/>
              </a:cxn>
            </a:cxnLst>
            <a:rect l="l" t="t" r="r" b="b"/>
            <a:pathLst>
              <a:path w="4114800" h="5712824">
                <a:moveTo>
                  <a:pt x="0" y="0"/>
                </a:moveTo>
                <a:lnTo>
                  <a:pt x="4114800" y="0"/>
                </a:lnTo>
                <a:lnTo>
                  <a:pt x="4114800" y="5712824"/>
                </a:lnTo>
                <a:lnTo>
                  <a:pt x="0" y="5712824"/>
                </a:lnTo>
                <a:close/>
              </a:path>
            </a:pathLst>
          </a:custGeom>
        </p:spPr>
      </p:pic>
      <p:sp>
        <p:nvSpPr>
          <p:cNvPr id="12" name="Oval 11">
            <a:extLst>
              <a:ext uri="{FF2B5EF4-FFF2-40B4-BE49-F238E27FC236}">
                <a16:creationId xmlns:a16="http://schemas.microsoft.com/office/drawing/2014/main" id="{45B92DB2-64DD-608F-360F-52958A93EB5B}"/>
              </a:ext>
              <a:ext uri="{C183D7F6-B498-43B3-948B-1728B52AA6E4}">
                <adec:decorative xmlns:adec="http://schemas.microsoft.com/office/drawing/2017/decorative" val="1"/>
              </a:ext>
            </a:extLst>
          </p:cNvPr>
          <p:cNvSpPr/>
          <p:nvPr/>
        </p:nvSpPr>
        <p:spPr>
          <a:xfrm>
            <a:off x="11255550" y="-382268"/>
            <a:ext cx="1291008" cy="1291008"/>
          </a:xfrm>
          <a:prstGeom prst="ellipse">
            <a:avLst/>
          </a:prstGeom>
          <a:solidFill>
            <a:srgbClr val="CB33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Content Placeholder 5">
            <a:extLst>
              <a:ext uri="{FF2B5EF4-FFF2-40B4-BE49-F238E27FC236}">
                <a16:creationId xmlns:a16="http://schemas.microsoft.com/office/drawing/2014/main" id="{1CA1AC91-E5AE-A457-178C-6A577DAAF4C4}"/>
              </a:ext>
            </a:extLst>
          </p:cNvPr>
          <p:cNvSpPr>
            <a:spLocks noGrp="1"/>
          </p:cNvSpPr>
          <p:nvPr>
            <p:ph sz="quarter" idx="14" hasCustomPrompt="1"/>
          </p:nvPr>
        </p:nvSpPr>
        <p:spPr>
          <a:xfrm>
            <a:off x="811185" y="2774786"/>
            <a:ext cx="6400800" cy="3257550"/>
          </a:xfrm>
        </p:spPr>
        <p:txBody>
          <a:bodyPr lIns="0"/>
          <a:lstStyle>
            <a:lvl1pPr marL="0" indent="0">
              <a:buNone/>
              <a:defRPr sz="2400"/>
            </a:lvl1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53126974"/>
      </p:ext>
    </p:extLst>
  </p:cSld>
  <p:clrMapOvr>
    <a:masterClrMapping/>
  </p:clrMapOvr>
  <p:extLst>
    <p:ext uri="{DCECCB84-F9BA-43D5-87BE-67443E8EF086}">
      <p15:sldGuideLst xmlns:p15="http://schemas.microsoft.com/office/powerpoint/2012/main">
        <p15:guide id="1" pos="3840">
          <p15:clr>
            <a:srgbClr val="FBAE40"/>
          </p15:clr>
        </p15:guide>
        <p15:guide id="2" orient="horz" pos="1008">
          <p15:clr>
            <a:srgbClr val="FBAE40"/>
          </p15:clr>
        </p15:guide>
        <p15:guide id="3" orient="horz" pos="1560">
          <p15:clr>
            <a:srgbClr val="FBAE40"/>
          </p15:clr>
        </p15:guide>
        <p15:guide id="4" pos="312">
          <p15:clr>
            <a:srgbClr val="FBAE40"/>
          </p15:clr>
        </p15:guide>
        <p15:guide id="5" pos="81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 Picture">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F0B2CA14-03DC-FC05-7713-E0261B4B2F3E}"/>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3642" b="69630"/>
          <a:stretch>
            <a:fillRect/>
          </a:stretch>
        </p:blipFill>
        <p:spPr>
          <a:xfrm>
            <a:off x="5262" y="5114303"/>
            <a:ext cx="6608233" cy="2082800"/>
          </a:xfrm>
          <a:custGeom>
            <a:avLst/>
            <a:gdLst>
              <a:gd name="connsiteX0" fmla="*/ 0 w 6608233"/>
              <a:gd name="connsiteY0" fmla="*/ 0 h 2082800"/>
              <a:gd name="connsiteX1" fmla="*/ 6608233 w 6608233"/>
              <a:gd name="connsiteY1" fmla="*/ 0 h 2082800"/>
              <a:gd name="connsiteX2" fmla="*/ 6608233 w 6608233"/>
              <a:gd name="connsiteY2" fmla="*/ 2082800 h 2082800"/>
              <a:gd name="connsiteX3" fmla="*/ 0 w 6608233"/>
              <a:gd name="connsiteY3" fmla="*/ 2082800 h 2082800"/>
            </a:gdLst>
            <a:ahLst/>
            <a:cxnLst>
              <a:cxn ang="0">
                <a:pos x="connsiteX0" y="connsiteY0"/>
              </a:cxn>
              <a:cxn ang="0">
                <a:pos x="connsiteX1" y="connsiteY1"/>
              </a:cxn>
              <a:cxn ang="0">
                <a:pos x="connsiteX2" y="connsiteY2"/>
              </a:cxn>
              <a:cxn ang="0">
                <a:pos x="connsiteX3" y="connsiteY3"/>
              </a:cxn>
            </a:cxnLst>
            <a:rect l="l" t="t" r="r" b="b"/>
            <a:pathLst>
              <a:path w="6608233" h="2082800">
                <a:moveTo>
                  <a:pt x="0" y="0"/>
                </a:moveTo>
                <a:lnTo>
                  <a:pt x="6608233" y="0"/>
                </a:lnTo>
                <a:lnTo>
                  <a:pt x="6608233" y="2082800"/>
                </a:lnTo>
                <a:lnTo>
                  <a:pt x="0" y="2082800"/>
                </a:lnTo>
                <a:close/>
              </a:path>
            </a:pathLst>
          </a:custGeom>
        </p:spPr>
      </p:pic>
      <p:sp>
        <p:nvSpPr>
          <p:cNvPr id="5" name="Freeform 4">
            <a:extLst>
              <a:ext uri="{FF2B5EF4-FFF2-40B4-BE49-F238E27FC236}">
                <a16:creationId xmlns:a16="http://schemas.microsoft.com/office/drawing/2014/main" id="{5EC223C2-E475-8E7A-48D4-A9BC2EB6931C}"/>
              </a:ext>
              <a:ext uri="{C183D7F6-B498-43B3-948B-1728B52AA6E4}">
                <adec:decorative xmlns:adec="http://schemas.microsoft.com/office/drawing/2017/decorative" val="1"/>
              </a:ext>
            </a:extLst>
          </p:cNvPr>
          <p:cNvSpPr/>
          <p:nvPr/>
        </p:nvSpPr>
        <p:spPr>
          <a:xfrm>
            <a:off x="9773460" y="1013569"/>
            <a:ext cx="2692400" cy="2692400"/>
          </a:xfrm>
          <a:custGeom>
            <a:avLst/>
            <a:gdLst>
              <a:gd name="connsiteX0" fmla="*/ 1346200 w 2692400"/>
              <a:gd name="connsiteY0" fmla="*/ 0 h 2692400"/>
              <a:gd name="connsiteX1" fmla="*/ 2692400 w 2692400"/>
              <a:gd name="connsiteY1" fmla="*/ 1346200 h 2692400"/>
              <a:gd name="connsiteX2" fmla="*/ 1346200 w 2692400"/>
              <a:gd name="connsiteY2" fmla="*/ 2692400 h 2692400"/>
              <a:gd name="connsiteX3" fmla="*/ 0 w 2692400"/>
              <a:gd name="connsiteY3" fmla="*/ 1346200 h 2692400"/>
              <a:gd name="connsiteX4" fmla="*/ 1346200 w 2692400"/>
              <a:gd name="connsiteY4" fmla="*/ 0 h 2692400"/>
              <a:gd name="connsiteX5" fmla="*/ 1346199 w 2692400"/>
              <a:gd name="connsiteY5" fmla="*/ 457130 h 2692400"/>
              <a:gd name="connsiteX6" fmla="*/ 457130 w 2692400"/>
              <a:gd name="connsiteY6" fmla="*/ 1346199 h 2692400"/>
              <a:gd name="connsiteX7" fmla="*/ 1346199 w 2692400"/>
              <a:gd name="connsiteY7" fmla="*/ 2235268 h 2692400"/>
              <a:gd name="connsiteX8" fmla="*/ 2235268 w 2692400"/>
              <a:gd name="connsiteY8" fmla="*/ 1346199 h 2692400"/>
              <a:gd name="connsiteX9" fmla="*/ 1346199 w 2692400"/>
              <a:gd name="connsiteY9" fmla="*/ 457130 h 269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2400" h="2692400">
                <a:moveTo>
                  <a:pt x="1346200" y="0"/>
                </a:moveTo>
                <a:cubicBezTo>
                  <a:pt x="2089686" y="0"/>
                  <a:pt x="2692400" y="602714"/>
                  <a:pt x="2692400" y="1346200"/>
                </a:cubicBezTo>
                <a:cubicBezTo>
                  <a:pt x="2692400" y="2089686"/>
                  <a:pt x="2089686" y="2692400"/>
                  <a:pt x="1346200" y="2692400"/>
                </a:cubicBezTo>
                <a:cubicBezTo>
                  <a:pt x="602714" y="2692400"/>
                  <a:pt x="0" y="2089686"/>
                  <a:pt x="0" y="1346200"/>
                </a:cubicBezTo>
                <a:cubicBezTo>
                  <a:pt x="0" y="602714"/>
                  <a:pt x="602714" y="0"/>
                  <a:pt x="1346200" y="0"/>
                </a:cubicBezTo>
                <a:close/>
                <a:moveTo>
                  <a:pt x="1346199" y="457130"/>
                </a:moveTo>
                <a:cubicBezTo>
                  <a:pt x="855180" y="457130"/>
                  <a:pt x="457130" y="855180"/>
                  <a:pt x="457130" y="1346199"/>
                </a:cubicBezTo>
                <a:cubicBezTo>
                  <a:pt x="457130" y="1837218"/>
                  <a:pt x="855180" y="2235268"/>
                  <a:pt x="1346199" y="2235268"/>
                </a:cubicBezTo>
                <a:cubicBezTo>
                  <a:pt x="1837218" y="2235268"/>
                  <a:pt x="2235268" y="1837218"/>
                  <a:pt x="2235268" y="1346199"/>
                </a:cubicBezTo>
                <a:cubicBezTo>
                  <a:pt x="2235268" y="855180"/>
                  <a:pt x="1837218" y="457130"/>
                  <a:pt x="1346199" y="457130"/>
                </a:cubicBezTo>
                <a:close/>
              </a:path>
            </a:pathLst>
          </a:custGeom>
          <a:solidFill>
            <a:srgbClr val="D4EDF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Oval 5">
            <a:extLst>
              <a:ext uri="{FF2B5EF4-FFF2-40B4-BE49-F238E27FC236}">
                <a16:creationId xmlns:a16="http://schemas.microsoft.com/office/drawing/2014/main" id="{1BD9D7CE-BCD9-0B12-1945-C5FFE31A7DAE}"/>
              </a:ext>
              <a:ext uri="{C183D7F6-B498-43B3-948B-1728B52AA6E4}">
                <adec:decorative xmlns:adec="http://schemas.microsoft.com/office/drawing/2017/decorative" val="1"/>
              </a:ext>
            </a:extLst>
          </p:cNvPr>
          <p:cNvSpPr/>
          <p:nvPr/>
        </p:nvSpPr>
        <p:spPr>
          <a:xfrm>
            <a:off x="9130210" y="-230369"/>
            <a:ext cx="2115351" cy="2115351"/>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Title 1">
            <a:extLst>
              <a:ext uri="{FF2B5EF4-FFF2-40B4-BE49-F238E27FC236}">
                <a16:creationId xmlns:a16="http://schemas.microsoft.com/office/drawing/2014/main" id="{9455275E-28AB-F0B7-E799-5116B11205DF}"/>
              </a:ext>
            </a:extLst>
          </p:cNvPr>
          <p:cNvSpPr>
            <a:spLocks noGrp="1"/>
          </p:cNvSpPr>
          <p:nvPr>
            <p:ph type="title" hasCustomPrompt="1"/>
          </p:nvPr>
        </p:nvSpPr>
        <p:spPr>
          <a:xfrm>
            <a:off x="811185" y="827307"/>
            <a:ext cx="6400800" cy="5203387"/>
          </a:xfrm>
        </p:spPr>
        <p:txBody>
          <a:bodyPr lIns="0" tIns="0" rIns="0" bIns="0" anchor="ctr">
            <a:noAutofit/>
          </a:bodyPr>
          <a:lstStyle>
            <a:lvl1pPr>
              <a:defRPr sz="5400"/>
            </a:lvl1pPr>
          </a:lstStyle>
          <a:p>
            <a:r>
              <a:rPr lang="en-US" dirty="0"/>
              <a:t>Click to add title</a:t>
            </a:r>
          </a:p>
        </p:txBody>
      </p:sp>
      <p:sp>
        <p:nvSpPr>
          <p:cNvPr id="13" name="Picture Placeholder 12">
            <a:extLst>
              <a:ext uri="{FF2B5EF4-FFF2-40B4-BE49-F238E27FC236}">
                <a16:creationId xmlns:a16="http://schemas.microsoft.com/office/drawing/2014/main" id="{97BD7E0A-39A9-0CF7-F1CE-E777075BFAA9}"/>
              </a:ext>
            </a:extLst>
          </p:cNvPr>
          <p:cNvSpPr>
            <a:spLocks noGrp="1"/>
          </p:cNvSpPr>
          <p:nvPr>
            <p:ph type="pic" sz="quarter" idx="15"/>
          </p:nvPr>
        </p:nvSpPr>
        <p:spPr>
          <a:xfrm>
            <a:off x="7924225" y="2257196"/>
            <a:ext cx="3456590" cy="3456590"/>
          </a:xfrm>
          <a:custGeom>
            <a:avLst/>
            <a:gdLst>
              <a:gd name="connsiteX0" fmla="*/ 1728295 w 3456590"/>
              <a:gd name="connsiteY0" fmla="*/ 0 h 3456590"/>
              <a:gd name="connsiteX1" fmla="*/ 3456590 w 3456590"/>
              <a:gd name="connsiteY1" fmla="*/ 1728295 h 3456590"/>
              <a:gd name="connsiteX2" fmla="*/ 1728295 w 3456590"/>
              <a:gd name="connsiteY2" fmla="*/ 3456590 h 3456590"/>
              <a:gd name="connsiteX3" fmla="*/ 0 w 3456590"/>
              <a:gd name="connsiteY3" fmla="*/ 1728295 h 3456590"/>
              <a:gd name="connsiteX4" fmla="*/ 1728295 w 3456590"/>
              <a:gd name="connsiteY4" fmla="*/ 0 h 3456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6590" h="3456590">
                <a:moveTo>
                  <a:pt x="1728295" y="0"/>
                </a:moveTo>
                <a:cubicBezTo>
                  <a:pt x="2682806" y="0"/>
                  <a:pt x="3456590" y="773784"/>
                  <a:pt x="3456590" y="1728295"/>
                </a:cubicBezTo>
                <a:cubicBezTo>
                  <a:pt x="3456590" y="2682806"/>
                  <a:pt x="2682806" y="3456590"/>
                  <a:pt x="1728295" y="3456590"/>
                </a:cubicBezTo>
                <a:cubicBezTo>
                  <a:pt x="773784" y="3456590"/>
                  <a:pt x="0" y="2682806"/>
                  <a:pt x="0" y="1728295"/>
                </a:cubicBezTo>
                <a:cubicBezTo>
                  <a:pt x="0" y="773784"/>
                  <a:pt x="773784" y="0"/>
                  <a:pt x="1728295" y="0"/>
                </a:cubicBezTo>
                <a:close/>
              </a:path>
            </a:pathLst>
          </a:custGeom>
          <a:ln w="57150">
            <a:noFill/>
          </a:ln>
        </p:spPr>
        <p:txBody>
          <a:bodyPr wrap="square" tIns="1371600">
            <a:noAutofit/>
          </a:bodyPr>
          <a:lstStyle>
            <a:lvl1pPr marL="0" indent="0" algn="ctr">
              <a:buNone/>
              <a:defRPr sz="1600"/>
            </a:lvl1pPr>
          </a:lstStyle>
          <a:p>
            <a:r>
              <a:rPr lang="en-US"/>
              <a:t>Click icon to add picture</a:t>
            </a:r>
            <a:endParaRPr lang="en-US" dirty="0"/>
          </a:p>
        </p:txBody>
      </p:sp>
    </p:spTree>
    <p:extLst>
      <p:ext uri="{BB962C8B-B14F-4D97-AF65-F5344CB8AC3E}">
        <p14:creationId xmlns:p14="http://schemas.microsoft.com/office/powerpoint/2010/main" val="2643980415"/>
      </p:ext>
    </p:extLst>
  </p:cSld>
  <p:clrMapOvr>
    <a:masterClrMapping/>
  </p:clrMapOvr>
  <p:extLst>
    <p:ext uri="{DCECCB84-F9BA-43D5-87BE-67443E8EF086}">
      <p15:sldGuideLst xmlns:p15="http://schemas.microsoft.com/office/powerpoint/2012/main">
        <p15:guide id="1" pos="3840">
          <p15:clr>
            <a:srgbClr val="FBAE40"/>
          </p15:clr>
        </p15:guide>
        <p15:guide id="2" orient="horz" pos="1008">
          <p15:clr>
            <a:srgbClr val="FBAE40"/>
          </p15:clr>
        </p15:guide>
        <p15:guide id="3" orient="horz" pos="1560">
          <p15:clr>
            <a:srgbClr val="FBAE40"/>
          </p15:clr>
        </p15:guide>
        <p15:guide id="4" pos="312">
          <p15:clr>
            <a:srgbClr val="FBAE40"/>
          </p15:clr>
        </p15:guide>
        <p15:guide id="5" pos="816">
          <p15:clr>
            <a:srgbClr val="FBAE40"/>
          </p15:clr>
        </p15:guide>
        <p15:guide id="6" pos="7344">
          <p15:clr>
            <a:srgbClr val="FBAE40"/>
          </p15:clr>
        </p15:guide>
        <p15:guide id="7" orient="horz" pos="1416">
          <p15:clr>
            <a:srgbClr val="FBAE40"/>
          </p15:clr>
        </p15:guide>
        <p15:guide id="9" orient="horz" pos="384">
          <p15:clr>
            <a:srgbClr val="FBAE40"/>
          </p15:clr>
        </p15:guide>
        <p15:guide id="10" orient="horz" pos="374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 Subtitle">
    <p:spTree>
      <p:nvGrpSpPr>
        <p:cNvPr id="1" name=""/>
        <p:cNvGrpSpPr/>
        <p:nvPr/>
      </p:nvGrpSpPr>
      <p:grpSpPr>
        <a:xfrm>
          <a:off x="0" y="0"/>
          <a:ext cx="0" cy="0"/>
          <a:chOff x="0" y="0"/>
          <a:chExt cx="0" cy="0"/>
        </a:xfrm>
      </p:grpSpPr>
      <p:pic>
        <p:nvPicPr>
          <p:cNvPr id="2" name="Object 1">
            <a:extLst>
              <a:ext uri="{FF2B5EF4-FFF2-40B4-BE49-F238E27FC236}">
                <a16:creationId xmlns:a16="http://schemas.microsoft.com/office/drawing/2014/main" id="{269C21E5-B8EE-7438-A771-34BC8006E138}"/>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rcRect t="-6216"/>
          <a:stretch/>
        </p:blipFill>
        <p:spPr>
          <a:xfrm>
            <a:off x="10173182" y="-246461"/>
            <a:ext cx="1574573" cy="4211489"/>
          </a:xfrm>
          <a:prstGeom prst="rect">
            <a:avLst/>
          </a:prstGeom>
        </p:spPr>
      </p:pic>
      <p:sp>
        <p:nvSpPr>
          <p:cNvPr id="3" name="Oval 2">
            <a:extLst>
              <a:ext uri="{FF2B5EF4-FFF2-40B4-BE49-F238E27FC236}">
                <a16:creationId xmlns:a16="http://schemas.microsoft.com/office/drawing/2014/main" id="{18F333FA-6DDE-DB6C-73BB-FE8387977425}"/>
              </a:ext>
              <a:ext uri="{C183D7F6-B498-43B3-948B-1728B52AA6E4}">
                <adec:decorative xmlns:adec="http://schemas.microsoft.com/office/drawing/2017/decorative" val="1"/>
              </a:ext>
            </a:extLst>
          </p:cNvPr>
          <p:cNvSpPr/>
          <p:nvPr/>
        </p:nvSpPr>
        <p:spPr>
          <a:xfrm>
            <a:off x="10173181" y="4281054"/>
            <a:ext cx="1574573" cy="1572768"/>
          </a:xfrm>
          <a:prstGeom prst="ellipse">
            <a:avLst/>
          </a:prstGeom>
          <a:solidFill>
            <a:srgbClr val="CB33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Title 1">
            <a:extLst>
              <a:ext uri="{FF2B5EF4-FFF2-40B4-BE49-F238E27FC236}">
                <a16:creationId xmlns:a16="http://schemas.microsoft.com/office/drawing/2014/main" id="{AB87953E-96F2-8BCC-B295-E1033E7D2747}"/>
              </a:ext>
            </a:extLst>
          </p:cNvPr>
          <p:cNvSpPr>
            <a:spLocks noGrp="1"/>
          </p:cNvSpPr>
          <p:nvPr>
            <p:ph type="title" hasCustomPrompt="1"/>
          </p:nvPr>
        </p:nvSpPr>
        <p:spPr>
          <a:xfrm>
            <a:off x="811185" y="621972"/>
            <a:ext cx="7599718" cy="3051394"/>
          </a:xfrm>
        </p:spPr>
        <p:txBody>
          <a:bodyPr lIns="0" tIns="0" rIns="0" bIns="0" anchor="b">
            <a:noAutofit/>
          </a:bodyPr>
          <a:lstStyle>
            <a:lvl1pPr>
              <a:defRPr sz="5400"/>
            </a:lvl1pPr>
          </a:lstStyle>
          <a:p>
            <a:r>
              <a:rPr lang="en-US" dirty="0"/>
              <a:t>Click to add title</a:t>
            </a:r>
          </a:p>
        </p:txBody>
      </p:sp>
      <p:sp>
        <p:nvSpPr>
          <p:cNvPr id="6" name="Text Placeholder 15">
            <a:extLst>
              <a:ext uri="{FF2B5EF4-FFF2-40B4-BE49-F238E27FC236}">
                <a16:creationId xmlns:a16="http://schemas.microsoft.com/office/drawing/2014/main" id="{0A627B70-91C8-40B9-6189-B29749FF6E92}"/>
              </a:ext>
            </a:extLst>
          </p:cNvPr>
          <p:cNvSpPr>
            <a:spLocks noGrp="1"/>
          </p:cNvSpPr>
          <p:nvPr>
            <p:ph type="body" sz="quarter" idx="14" hasCustomPrompt="1"/>
          </p:nvPr>
        </p:nvSpPr>
        <p:spPr>
          <a:xfrm>
            <a:off x="811185" y="3965028"/>
            <a:ext cx="7599718" cy="1493781"/>
          </a:xfrm>
        </p:spPr>
        <p:txBody>
          <a:bodyPr lIns="0" tIns="0" rIns="0" bIns="0">
            <a:noAutofit/>
          </a:bodyPr>
          <a:lstStyle>
            <a:lvl1pPr marL="0" indent="0">
              <a:buNone/>
              <a:defRPr sz="2400" b="1" i="0">
                <a:solidFill>
                  <a:schemeClr val="accent4"/>
                </a:solidFill>
                <a:latin typeface="+mj-lt"/>
                <a:cs typeface="Arial" panose="020B0604020202020204" pitchFamily="34" charset="0"/>
              </a:defRPr>
            </a:lvl1pPr>
            <a:lvl2pPr marL="457200" indent="0">
              <a:buNone/>
              <a:defRPr sz="1800" b="1" i="0">
                <a:latin typeface="Arial Black" panose="020B0604020202020204" pitchFamily="34" charset="0"/>
                <a:cs typeface="Arial Black" panose="020B0604020202020204" pitchFamily="34" charset="0"/>
              </a:defRPr>
            </a:lvl2pPr>
          </a:lstStyle>
          <a:p>
            <a:r>
              <a:rPr lang="en-US" dirty="0"/>
              <a:t>Click to add subtitle</a:t>
            </a:r>
          </a:p>
        </p:txBody>
      </p:sp>
    </p:spTree>
    <p:extLst>
      <p:ext uri="{BB962C8B-B14F-4D97-AF65-F5344CB8AC3E}">
        <p14:creationId xmlns:p14="http://schemas.microsoft.com/office/powerpoint/2010/main" val="775228254"/>
      </p:ext>
    </p:extLst>
  </p:cSld>
  <p:clrMapOvr>
    <a:masterClrMapping/>
  </p:clrMapOvr>
  <p:extLst>
    <p:ext uri="{DCECCB84-F9BA-43D5-87BE-67443E8EF086}">
      <p15:sldGuideLst xmlns:p15="http://schemas.microsoft.com/office/powerpoint/2012/main">
        <p15:guide id="1" pos="3840">
          <p15:clr>
            <a:srgbClr val="FBAE40"/>
          </p15:clr>
        </p15:guide>
        <p15:guide id="2" orient="horz" pos="1008">
          <p15:clr>
            <a:srgbClr val="FBAE40"/>
          </p15:clr>
        </p15:guide>
        <p15:guide id="3" orient="horz" pos="1560">
          <p15:clr>
            <a:srgbClr val="FBAE40"/>
          </p15:clr>
        </p15:guide>
        <p15:guide id="4" pos="312">
          <p15:clr>
            <a:srgbClr val="FBAE40"/>
          </p15:clr>
        </p15:guide>
        <p15:guide id="5" pos="816">
          <p15:clr>
            <a:srgbClr val="FBAE40"/>
          </p15:clr>
        </p15:guide>
        <p15:guide id="6" pos="7344">
          <p15:clr>
            <a:srgbClr val="FBAE40"/>
          </p15:clr>
        </p15:guide>
        <p15:guide id="7" orient="horz" pos="1416">
          <p15:clr>
            <a:srgbClr val="FBAE40"/>
          </p15:clr>
        </p15:guide>
        <p15:guide id="9" orient="horz" pos="384">
          <p15:clr>
            <a:srgbClr val="FBAE40"/>
          </p15:clr>
        </p15:guide>
        <p15:guide id="10" orient="horz" pos="374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87C12813-DBA6-41C2-2418-83919E059FED}"/>
              </a:ext>
              <a:ext uri="{C183D7F6-B498-43B3-948B-1728B52AA6E4}">
                <adec:decorative xmlns:adec="http://schemas.microsoft.com/office/drawing/2017/decorative" val="1"/>
              </a:ext>
            </a:extLst>
          </p:cNvPr>
          <p:cNvGrpSpPr/>
          <p:nvPr/>
        </p:nvGrpSpPr>
        <p:grpSpPr>
          <a:xfrm rot="10800000">
            <a:off x="882973" y="0"/>
            <a:ext cx="2133966" cy="2133967"/>
            <a:chOff x="9654700" y="2229294"/>
            <a:chExt cx="2133966" cy="2133967"/>
          </a:xfrm>
        </p:grpSpPr>
        <p:sp>
          <p:nvSpPr>
            <p:cNvPr id="5" name="Freeform 4">
              <a:extLst>
                <a:ext uri="{FF2B5EF4-FFF2-40B4-BE49-F238E27FC236}">
                  <a16:creationId xmlns:a16="http://schemas.microsoft.com/office/drawing/2014/main" id="{C2A74540-7988-B712-8AB1-9EE03FE1EC8A}"/>
                </a:ext>
              </a:extLst>
            </p:cNvPr>
            <p:cNvSpPr/>
            <p:nvPr/>
          </p:nvSpPr>
          <p:spPr>
            <a:xfrm>
              <a:off x="9655348" y="3309113"/>
              <a:ext cx="2132669" cy="1054148"/>
            </a:xfrm>
            <a:custGeom>
              <a:avLst/>
              <a:gdLst>
                <a:gd name="connsiteX0" fmla="*/ 1345382 w 2690764"/>
                <a:gd name="connsiteY0" fmla="*/ 0 h 1330006"/>
                <a:gd name="connsiteX1" fmla="*/ 2684632 w 2690764"/>
                <a:gd name="connsiteY1" fmla="*/ 1208559 h 1330006"/>
                <a:gd name="connsiteX2" fmla="*/ 2690764 w 2690764"/>
                <a:gd name="connsiteY2" fmla="*/ 1330006 h 1330006"/>
                <a:gd name="connsiteX3" fmla="*/ 0 w 2690764"/>
                <a:gd name="connsiteY3" fmla="*/ 1330006 h 1330006"/>
                <a:gd name="connsiteX4" fmla="*/ 6132 w 2690764"/>
                <a:gd name="connsiteY4" fmla="*/ 1208559 h 1330006"/>
                <a:gd name="connsiteX5" fmla="*/ 1345382 w 2690764"/>
                <a:gd name="connsiteY5" fmla="*/ 0 h 1330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90764" h="1330006">
                  <a:moveTo>
                    <a:pt x="1345382" y="0"/>
                  </a:moveTo>
                  <a:cubicBezTo>
                    <a:pt x="2042400" y="0"/>
                    <a:pt x="2615693" y="529729"/>
                    <a:pt x="2684632" y="1208559"/>
                  </a:cubicBezTo>
                  <a:lnTo>
                    <a:pt x="2690764" y="1330006"/>
                  </a:lnTo>
                  <a:lnTo>
                    <a:pt x="0" y="1330006"/>
                  </a:lnTo>
                  <a:lnTo>
                    <a:pt x="6132" y="1208559"/>
                  </a:lnTo>
                  <a:cubicBezTo>
                    <a:pt x="75071" y="529729"/>
                    <a:pt x="648364" y="0"/>
                    <a:pt x="134538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5">
              <a:extLst>
                <a:ext uri="{FF2B5EF4-FFF2-40B4-BE49-F238E27FC236}">
                  <a16:creationId xmlns:a16="http://schemas.microsoft.com/office/drawing/2014/main" id="{736CF9A1-91DA-6419-08F2-4CC262EA4D1E}"/>
                </a:ext>
              </a:extLst>
            </p:cNvPr>
            <p:cNvSpPr/>
            <p:nvPr/>
          </p:nvSpPr>
          <p:spPr>
            <a:xfrm>
              <a:off x="9654700" y="2229294"/>
              <a:ext cx="2133966" cy="1079818"/>
            </a:xfrm>
            <a:custGeom>
              <a:avLst/>
              <a:gdLst>
                <a:gd name="connsiteX0" fmla="*/ 818 w 2692400"/>
                <a:gd name="connsiteY0" fmla="*/ 0 h 1362394"/>
                <a:gd name="connsiteX1" fmla="*/ 2691582 w 2692400"/>
                <a:gd name="connsiteY1" fmla="*/ 0 h 1362394"/>
                <a:gd name="connsiteX2" fmla="*/ 2692400 w 2692400"/>
                <a:gd name="connsiteY2" fmla="*/ 16194 h 1362394"/>
                <a:gd name="connsiteX3" fmla="*/ 1346200 w 2692400"/>
                <a:gd name="connsiteY3" fmla="*/ 1362394 h 1362394"/>
                <a:gd name="connsiteX4" fmla="*/ 0 w 2692400"/>
                <a:gd name="connsiteY4" fmla="*/ 16194 h 1362394"/>
                <a:gd name="connsiteX5" fmla="*/ 818 w 2692400"/>
                <a:gd name="connsiteY5" fmla="*/ 0 h 1362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92400" h="1362394">
                  <a:moveTo>
                    <a:pt x="818" y="0"/>
                  </a:moveTo>
                  <a:lnTo>
                    <a:pt x="2691582" y="0"/>
                  </a:lnTo>
                  <a:lnTo>
                    <a:pt x="2692400" y="16194"/>
                  </a:lnTo>
                  <a:cubicBezTo>
                    <a:pt x="2692400" y="759680"/>
                    <a:pt x="2089686" y="1362394"/>
                    <a:pt x="1346200" y="1362394"/>
                  </a:cubicBezTo>
                  <a:cubicBezTo>
                    <a:pt x="602714" y="1362394"/>
                    <a:pt x="0" y="759680"/>
                    <a:pt x="0" y="16194"/>
                  </a:cubicBezTo>
                  <a:lnTo>
                    <a:pt x="818" y="0"/>
                  </a:lnTo>
                  <a:close/>
                </a:path>
              </a:pathLst>
            </a:custGeom>
            <a:solidFill>
              <a:srgbClr val="D4EDF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pic>
        <p:nvPicPr>
          <p:cNvPr id="9" name="Graphic 8">
            <a:extLst>
              <a:ext uri="{FF2B5EF4-FFF2-40B4-BE49-F238E27FC236}">
                <a16:creationId xmlns:a16="http://schemas.microsoft.com/office/drawing/2014/main" id="{AAAE3BC0-55AE-B520-F2B8-50BF886EF7EA}"/>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 t="52884" r="47081"/>
          <a:stretch/>
        </p:blipFill>
        <p:spPr>
          <a:xfrm flipH="1" flipV="1">
            <a:off x="-1" y="3626778"/>
            <a:ext cx="3629203" cy="3231221"/>
          </a:xfrm>
          <a:custGeom>
            <a:avLst/>
            <a:gdLst>
              <a:gd name="connsiteX0" fmla="*/ 0 w 4474331"/>
              <a:gd name="connsiteY0" fmla="*/ 0 h 3231221"/>
              <a:gd name="connsiteX1" fmla="*/ 4474331 w 4474331"/>
              <a:gd name="connsiteY1" fmla="*/ 0 h 3231221"/>
              <a:gd name="connsiteX2" fmla="*/ 4474331 w 4474331"/>
              <a:gd name="connsiteY2" fmla="*/ 3231221 h 3231221"/>
              <a:gd name="connsiteX3" fmla="*/ 0 w 4474331"/>
              <a:gd name="connsiteY3" fmla="*/ 3231221 h 3231221"/>
            </a:gdLst>
            <a:ahLst/>
            <a:cxnLst>
              <a:cxn ang="0">
                <a:pos x="connsiteX0" y="connsiteY0"/>
              </a:cxn>
              <a:cxn ang="0">
                <a:pos x="connsiteX1" y="connsiteY1"/>
              </a:cxn>
              <a:cxn ang="0">
                <a:pos x="connsiteX2" y="connsiteY2"/>
              </a:cxn>
              <a:cxn ang="0">
                <a:pos x="connsiteX3" y="connsiteY3"/>
              </a:cxn>
            </a:cxnLst>
            <a:rect l="l" t="t" r="r" b="b"/>
            <a:pathLst>
              <a:path w="4474331" h="3231221">
                <a:moveTo>
                  <a:pt x="0" y="0"/>
                </a:moveTo>
                <a:lnTo>
                  <a:pt x="4474331" y="0"/>
                </a:lnTo>
                <a:lnTo>
                  <a:pt x="4474331" y="3231221"/>
                </a:lnTo>
                <a:lnTo>
                  <a:pt x="0" y="3231221"/>
                </a:lnTo>
                <a:close/>
              </a:path>
            </a:pathLst>
          </a:custGeom>
        </p:spPr>
      </p:pic>
      <p:sp>
        <p:nvSpPr>
          <p:cNvPr id="14" name="Title 1">
            <a:extLst>
              <a:ext uri="{FF2B5EF4-FFF2-40B4-BE49-F238E27FC236}">
                <a16:creationId xmlns:a16="http://schemas.microsoft.com/office/drawing/2014/main" id="{7B29A2F3-C289-9762-6F9F-DA18D322DF07}"/>
              </a:ext>
            </a:extLst>
          </p:cNvPr>
          <p:cNvSpPr>
            <a:spLocks noGrp="1"/>
          </p:cNvSpPr>
          <p:nvPr>
            <p:ph type="title" hasCustomPrompt="1"/>
          </p:nvPr>
        </p:nvSpPr>
        <p:spPr>
          <a:xfrm>
            <a:off x="4953000" y="621972"/>
            <a:ext cx="6400800" cy="1828800"/>
          </a:xfrm>
        </p:spPr>
        <p:txBody>
          <a:bodyPr lIns="0" tIns="0" rIns="0" bIns="0">
            <a:noAutofit/>
          </a:bodyPr>
          <a:lstStyle/>
          <a:p>
            <a:r>
              <a:rPr lang="en-US" dirty="0"/>
              <a:t>Click to add title</a:t>
            </a:r>
          </a:p>
        </p:txBody>
      </p:sp>
      <p:sp>
        <p:nvSpPr>
          <p:cNvPr id="2" name="Content Placeholder 2">
            <a:extLst>
              <a:ext uri="{FF2B5EF4-FFF2-40B4-BE49-F238E27FC236}">
                <a16:creationId xmlns:a16="http://schemas.microsoft.com/office/drawing/2014/main" id="{8F2A1870-E86B-5125-7AB3-A1F5DF7E7528}"/>
              </a:ext>
            </a:extLst>
          </p:cNvPr>
          <p:cNvSpPr>
            <a:spLocks noGrp="1"/>
          </p:cNvSpPr>
          <p:nvPr>
            <p:ph sz="quarter" idx="26" hasCustomPrompt="1"/>
          </p:nvPr>
        </p:nvSpPr>
        <p:spPr>
          <a:xfrm>
            <a:off x="4953000" y="2768043"/>
            <a:ext cx="6400799" cy="3231221"/>
          </a:xfrm>
        </p:spPr>
        <p:txBody>
          <a:bodyPr lIns="0" tIns="0" rIns="0" bIns="0"/>
          <a:lstStyle>
            <a:lvl1pPr marL="0" indent="0">
              <a:buNone/>
              <a:defRPr sz="1800"/>
            </a:lvl1pPr>
            <a:lvl2pPr marL="411480">
              <a:defRPr sz="1600"/>
            </a:lvl2pPr>
            <a:lvl3pPr marL="685800">
              <a:defRPr sz="1400"/>
            </a:lvl3pPr>
            <a:lvl4pPr marL="1051560">
              <a:defRPr sz="1200"/>
            </a:lvl4pPr>
            <a:lvl5pPr marL="1417320">
              <a:defRPr sz="10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302489"/>
      </p:ext>
    </p:extLst>
  </p:cSld>
  <p:clrMapOvr>
    <a:masterClrMapping/>
  </p:clrMapOvr>
  <p:extLst>
    <p:ext uri="{DCECCB84-F9BA-43D5-87BE-67443E8EF086}">
      <p15:sldGuideLst xmlns:p15="http://schemas.microsoft.com/office/powerpoint/2012/main">
        <p15:guide id="1" pos="3840">
          <p15:clr>
            <a:srgbClr val="FBAE40"/>
          </p15:clr>
        </p15:guide>
        <p15:guide id="2" orient="horz" pos="1008">
          <p15:clr>
            <a:srgbClr val="FBAE40"/>
          </p15:clr>
        </p15:guide>
        <p15:guide id="3" orient="horz" pos="1560">
          <p15:clr>
            <a:srgbClr val="FBAE40"/>
          </p15:clr>
        </p15:guide>
        <p15:guide id="4" pos="312">
          <p15:clr>
            <a:srgbClr val="FBAE40"/>
          </p15:clr>
        </p15:guide>
        <p15:guide id="5" pos="816">
          <p15:clr>
            <a:srgbClr val="FBAE40"/>
          </p15:clr>
        </p15:guide>
        <p15:guide id="6" pos="7344">
          <p15:clr>
            <a:srgbClr val="FBAE40"/>
          </p15:clr>
        </p15:guide>
        <p15:guide id="7" orient="horz" pos="1416">
          <p15:clr>
            <a:srgbClr val="FBAE40"/>
          </p15:clr>
        </p15:guide>
        <p15:guide id="9" orient="horz" pos="384">
          <p15:clr>
            <a:srgbClr val="FBAE40"/>
          </p15:clr>
        </p15:guide>
        <p15:guide id="10" orient="horz" pos="3744">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 Subtitle +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11185" y="621972"/>
            <a:ext cx="6400800" cy="3051393"/>
          </a:xfrm>
        </p:spPr>
        <p:txBody>
          <a:bodyPr lIns="0" tIns="0" rIns="0" bIns="0" anchor="b">
            <a:noAutofit/>
          </a:bodyPr>
          <a:lstStyle>
            <a:lvl1pPr>
              <a:defRPr sz="5400" baseline="0"/>
            </a:lvl1pPr>
          </a:lstStyle>
          <a:p>
            <a:r>
              <a:rPr lang="en-US" dirty="0"/>
              <a:t>Click to add title</a:t>
            </a:r>
          </a:p>
        </p:txBody>
      </p:sp>
      <p:sp>
        <p:nvSpPr>
          <p:cNvPr id="14" name="Text Placeholder 15">
            <a:extLst>
              <a:ext uri="{FF2B5EF4-FFF2-40B4-BE49-F238E27FC236}">
                <a16:creationId xmlns:a16="http://schemas.microsoft.com/office/drawing/2014/main" id="{E0CDAE70-42DC-AB0D-6734-B9944B7993D9}"/>
              </a:ext>
            </a:extLst>
          </p:cNvPr>
          <p:cNvSpPr>
            <a:spLocks noGrp="1"/>
          </p:cNvSpPr>
          <p:nvPr>
            <p:ph type="body" sz="quarter" idx="13" hasCustomPrompt="1"/>
          </p:nvPr>
        </p:nvSpPr>
        <p:spPr>
          <a:xfrm>
            <a:off x="811185" y="3965028"/>
            <a:ext cx="6400799" cy="1966747"/>
          </a:xfrm>
        </p:spPr>
        <p:txBody>
          <a:bodyPr vert="horz" lIns="0" tIns="0" rIns="0" bIns="0" rtlCol="0">
            <a:noAutofit/>
          </a:bodyPr>
          <a:lstStyle>
            <a:lvl1pPr marL="0" indent="0">
              <a:buNone/>
              <a:defRPr lang="en-US" sz="2400" b="1" i="0" dirty="0">
                <a:solidFill>
                  <a:schemeClr val="accent4"/>
                </a:solidFill>
                <a:latin typeface="+mj-lt"/>
                <a:cs typeface="Arial Black" panose="020B0604020202020204" pitchFamily="34" charset="0"/>
              </a:defRPr>
            </a:lvl1pPr>
          </a:lstStyle>
          <a:p>
            <a:pPr marL="228600" lvl="0" indent="-228600"/>
            <a:r>
              <a:rPr lang="en-US" dirty="0"/>
              <a:t>Click to add subtitle</a:t>
            </a:r>
          </a:p>
        </p:txBody>
      </p:sp>
      <p:pic>
        <p:nvPicPr>
          <p:cNvPr id="10" name="Graphic 9">
            <a:extLst>
              <a:ext uri="{FF2B5EF4-FFF2-40B4-BE49-F238E27FC236}">
                <a16:creationId xmlns:a16="http://schemas.microsoft.com/office/drawing/2014/main" id="{B3606A3B-5B75-C830-0580-02B3AF648B3A}"/>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 t="17849" r="22091"/>
          <a:stretch/>
        </p:blipFill>
        <p:spPr>
          <a:xfrm>
            <a:off x="7114998" y="0"/>
            <a:ext cx="5097779" cy="5261843"/>
          </a:xfrm>
          <a:custGeom>
            <a:avLst/>
            <a:gdLst>
              <a:gd name="connsiteX0" fmla="*/ 0 w 4114800"/>
              <a:gd name="connsiteY0" fmla="*/ 0 h 5712824"/>
              <a:gd name="connsiteX1" fmla="*/ 4114800 w 4114800"/>
              <a:gd name="connsiteY1" fmla="*/ 0 h 5712824"/>
              <a:gd name="connsiteX2" fmla="*/ 4114800 w 4114800"/>
              <a:gd name="connsiteY2" fmla="*/ 5712824 h 5712824"/>
              <a:gd name="connsiteX3" fmla="*/ 0 w 4114800"/>
              <a:gd name="connsiteY3" fmla="*/ 5712824 h 5712824"/>
            </a:gdLst>
            <a:ahLst/>
            <a:cxnLst>
              <a:cxn ang="0">
                <a:pos x="connsiteX0" y="connsiteY0"/>
              </a:cxn>
              <a:cxn ang="0">
                <a:pos x="connsiteX1" y="connsiteY1"/>
              </a:cxn>
              <a:cxn ang="0">
                <a:pos x="connsiteX2" y="connsiteY2"/>
              </a:cxn>
              <a:cxn ang="0">
                <a:pos x="connsiteX3" y="connsiteY3"/>
              </a:cxn>
            </a:cxnLst>
            <a:rect l="l" t="t" r="r" b="b"/>
            <a:pathLst>
              <a:path w="4114800" h="5712824">
                <a:moveTo>
                  <a:pt x="0" y="0"/>
                </a:moveTo>
                <a:lnTo>
                  <a:pt x="4114800" y="0"/>
                </a:lnTo>
                <a:lnTo>
                  <a:pt x="4114800" y="5712824"/>
                </a:lnTo>
                <a:lnTo>
                  <a:pt x="0" y="5712824"/>
                </a:lnTo>
                <a:close/>
              </a:path>
            </a:pathLst>
          </a:custGeom>
        </p:spPr>
      </p:pic>
      <p:sp>
        <p:nvSpPr>
          <p:cNvPr id="3" name="Picture Placeholder 2">
            <a:extLst>
              <a:ext uri="{FF2B5EF4-FFF2-40B4-BE49-F238E27FC236}">
                <a16:creationId xmlns:a16="http://schemas.microsoft.com/office/drawing/2014/main" id="{6038EDAF-6CF8-D96E-EB91-CAFEBE0CA195}"/>
              </a:ext>
            </a:extLst>
          </p:cNvPr>
          <p:cNvSpPr>
            <a:spLocks noGrp="1"/>
          </p:cNvSpPr>
          <p:nvPr>
            <p:ph type="pic" sz="quarter" idx="15"/>
          </p:nvPr>
        </p:nvSpPr>
        <p:spPr>
          <a:xfrm>
            <a:off x="8555177" y="234084"/>
            <a:ext cx="3657600" cy="3657600"/>
          </a:xfrm>
          <a:custGeom>
            <a:avLst/>
            <a:gdLst>
              <a:gd name="connsiteX0" fmla="*/ 1728295 w 3456590"/>
              <a:gd name="connsiteY0" fmla="*/ 0 h 3456590"/>
              <a:gd name="connsiteX1" fmla="*/ 3456590 w 3456590"/>
              <a:gd name="connsiteY1" fmla="*/ 1728295 h 3456590"/>
              <a:gd name="connsiteX2" fmla="*/ 1728295 w 3456590"/>
              <a:gd name="connsiteY2" fmla="*/ 3456590 h 3456590"/>
              <a:gd name="connsiteX3" fmla="*/ 0 w 3456590"/>
              <a:gd name="connsiteY3" fmla="*/ 1728295 h 3456590"/>
              <a:gd name="connsiteX4" fmla="*/ 1728295 w 3456590"/>
              <a:gd name="connsiteY4" fmla="*/ 0 h 3456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6590" h="3456590">
                <a:moveTo>
                  <a:pt x="1728295" y="0"/>
                </a:moveTo>
                <a:cubicBezTo>
                  <a:pt x="2682806" y="0"/>
                  <a:pt x="3456590" y="773784"/>
                  <a:pt x="3456590" y="1728295"/>
                </a:cubicBezTo>
                <a:cubicBezTo>
                  <a:pt x="3456590" y="2682806"/>
                  <a:pt x="2682806" y="3456590"/>
                  <a:pt x="1728295" y="3456590"/>
                </a:cubicBezTo>
                <a:cubicBezTo>
                  <a:pt x="773784" y="3456590"/>
                  <a:pt x="0" y="2682806"/>
                  <a:pt x="0" y="1728295"/>
                </a:cubicBezTo>
                <a:cubicBezTo>
                  <a:pt x="0" y="773784"/>
                  <a:pt x="773784" y="0"/>
                  <a:pt x="1728295" y="0"/>
                </a:cubicBezTo>
                <a:close/>
              </a:path>
            </a:pathLst>
          </a:custGeom>
          <a:solidFill>
            <a:schemeClr val="accent3"/>
          </a:solidFill>
          <a:ln w="57150">
            <a:noFill/>
          </a:ln>
        </p:spPr>
        <p:txBody>
          <a:bodyPr wrap="square" tIns="1188720">
            <a:noAutofit/>
          </a:bodyPr>
          <a:lstStyle>
            <a:lvl1pPr marL="0" indent="0" algn="ctr">
              <a:buNone/>
              <a:defRPr sz="1600"/>
            </a:lvl1pPr>
          </a:lstStyle>
          <a:p>
            <a:r>
              <a:rPr lang="en-US"/>
              <a:t>Click icon to add picture</a:t>
            </a:r>
            <a:endParaRPr lang="en-US" dirty="0"/>
          </a:p>
        </p:txBody>
      </p:sp>
    </p:spTree>
    <p:extLst>
      <p:ext uri="{BB962C8B-B14F-4D97-AF65-F5344CB8AC3E}">
        <p14:creationId xmlns:p14="http://schemas.microsoft.com/office/powerpoint/2010/main" val="4039100531"/>
      </p:ext>
    </p:extLst>
  </p:cSld>
  <p:clrMapOvr>
    <a:masterClrMapping/>
  </p:clrMapOvr>
  <p:extLst>
    <p:ext uri="{DCECCB84-F9BA-43D5-87BE-67443E8EF086}">
      <p15:sldGuideLst xmlns:p15="http://schemas.microsoft.com/office/powerpoint/2012/main">
        <p15:guide id="1" pos="3840">
          <p15:clr>
            <a:srgbClr val="FBAE40"/>
          </p15:clr>
        </p15:guide>
        <p15:guide id="2" orient="horz" pos="1008">
          <p15:clr>
            <a:srgbClr val="FBAE40"/>
          </p15:clr>
        </p15:guide>
        <p15:guide id="3" orient="horz" pos="1560">
          <p15:clr>
            <a:srgbClr val="FBAE40"/>
          </p15:clr>
        </p15:guide>
        <p15:guide id="4" pos="312">
          <p15:clr>
            <a:srgbClr val="FBAE40"/>
          </p15:clr>
        </p15:guide>
        <p15:guide id="5" pos="8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wo Content 3">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A22F8239-92F5-595B-5DD3-ACBA1C19E6A1}"/>
              </a:ext>
              <a:ext uri="{C183D7F6-B498-43B3-948B-1728B52AA6E4}">
                <adec:decorative xmlns:adec="http://schemas.microsoft.com/office/drawing/2017/decorative" val="1"/>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b="82969"/>
          <a:stretch/>
        </p:blipFill>
        <p:spPr>
          <a:xfrm>
            <a:off x="3459002" y="5609995"/>
            <a:ext cx="7328137" cy="1248005"/>
          </a:xfrm>
          <a:custGeom>
            <a:avLst/>
            <a:gdLst>
              <a:gd name="connsiteX0" fmla="*/ 0 w 7328137"/>
              <a:gd name="connsiteY0" fmla="*/ 0 h 1912980"/>
              <a:gd name="connsiteX1" fmla="*/ 7328137 w 7328137"/>
              <a:gd name="connsiteY1" fmla="*/ 0 h 1912980"/>
              <a:gd name="connsiteX2" fmla="*/ 7328137 w 7328137"/>
              <a:gd name="connsiteY2" fmla="*/ 1912980 h 1912980"/>
              <a:gd name="connsiteX3" fmla="*/ 0 w 7328137"/>
              <a:gd name="connsiteY3" fmla="*/ 1912980 h 1912980"/>
            </a:gdLst>
            <a:ahLst/>
            <a:cxnLst>
              <a:cxn ang="0">
                <a:pos x="connsiteX0" y="connsiteY0"/>
              </a:cxn>
              <a:cxn ang="0">
                <a:pos x="connsiteX1" y="connsiteY1"/>
              </a:cxn>
              <a:cxn ang="0">
                <a:pos x="connsiteX2" y="connsiteY2"/>
              </a:cxn>
              <a:cxn ang="0">
                <a:pos x="connsiteX3" y="connsiteY3"/>
              </a:cxn>
            </a:cxnLst>
            <a:rect l="l" t="t" r="r" b="b"/>
            <a:pathLst>
              <a:path w="7328137" h="1912980">
                <a:moveTo>
                  <a:pt x="0" y="0"/>
                </a:moveTo>
                <a:lnTo>
                  <a:pt x="7328137" y="0"/>
                </a:lnTo>
                <a:lnTo>
                  <a:pt x="7328137" y="1912980"/>
                </a:lnTo>
                <a:lnTo>
                  <a:pt x="0" y="1912980"/>
                </a:lnTo>
                <a:close/>
              </a:path>
            </a:pathLst>
          </a:custGeom>
        </p:spPr>
      </p:pic>
      <p:grpSp>
        <p:nvGrpSpPr>
          <p:cNvPr id="10" name="Group 9">
            <a:extLst>
              <a:ext uri="{FF2B5EF4-FFF2-40B4-BE49-F238E27FC236}">
                <a16:creationId xmlns:a16="http://schemas.microsoft.com/office/drawing/2014/main" id="{DF9E987C-6F3E-FB11-D796-2D5F9075A7FF}"/>
              </a:ext>
              <a:ext uri="{C183D7F6-B498-43B3-948B-1728B52AA6E4}">
                <adec:decorative xmlns:adec="http://schemas.microsoft.com/office/drawing/2017/decorative" val="1"/>
              </a:ext>
            </a:extLst>
          </p:cNvPr>
          <p:cNvGrpSpPr/>
          <p:nvPr/>
        </p:nvGrpSpPr>
        <p:grpSpPr>
          <a:xfrm rot="10800000">
            <a:off x="9829617" y="0"/>
            <a:ext cx="2133966" cy="2133966"/>
            <a:chOff x="9654699" y="2229295"/>
            <a:chExt cx="2133966" cy="2133966"/>
          </a:xfrm>
        </p:grpSpPr>
        <p:sp>
          <p:nvSpPr>
            <p:cNvPr id="11" name="Freeform 10">
              <a:extLst>
                <a:ext uri="{FF2B5EF4-FFF2-40B4-BE49-F238E27FC236}">
                  <a16:creationId xmlns:a16="http://schemas.microsoft.com/office/drawing/2014/main" id="{53342B09-3192-492F-3F5F-19163C83F9EE}"/>
                </a:ext>
              </a:extLst>
            </p:cNvPr>
            <p:cNvSpPr/>
            <p:nvPr/>
          </p:nvSpPr>
          <p:spPr>
            <a:xfrm>
              <a:off x="9655348" y="3309113"/>
              <a:ext cx="2132669" cy="1054148"/>
            </a:xfrm>
            <a:custGeom>
              <a:avLst/>
              <a:gdLst>
                <a:gd name="connsiteX0" fmla="*/ 1345382 w 2690764"/>
                <a:gd name="connsiteY0" fmla="*/ 0 h 1330006"/>
                <a:gd name="connsiteX1" fmla="*/ 2684632 w 2690764"/>
                <a:gd name="connsiteY1" fmla="*/ 1208559 h 1330006"/>
                <a:gd name="connsiteX2" fmla="*/ 2690764 w 2690764"/>
                <a:gd name="connsiteY2" fmla="*/ 1330006 h 1330006"/>
                <a:gd name="connsiteX3" fmla="*/ 0 w 2690764"/>
                <a:gd name="connsiteY3" fmla="*/ 1330006 h 1330006"/>
                <a:gd name="connsiteX4" fmla="*/ 6132 w 2690764"/>
                <a:gd name="connsiteY4" fmla="*/ 1208559 h 1330006"/>
                <a:gd name="connsiteX5" fmla="*/ 1345382 w 2690764"/>
                <a:gd name="connsiteY5" fmla="*/ 0 h 1330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90764" h="1330006">
                  <a:moveTo>
                    <a:pt x="1345382" y="0"/>
                  </a:moveTo>
                  <a:cubicBezTo>
                    <a:pt x="2042400" y="0"/>
                    <a:pt x="2615693" y="529729"/>
                    <a:pt x="2684632" y="1208559"/>
                  </a:cubicBezTo>
                  <a:lnTo>
                    <a:pt x="2690764" y="1330006"/>
                  </a:lnTo>
                  <a:lnTo>
                    <a:pt x="0" y="1330006"/>
                  </a:lnTo>
                  <a:lnTo>
                    <a:pt x="6132" y="1208559"/>
                  </a:lnTo>
                  <a:cubicBezTo>
                    <a:pt x="75071" y="529729"/>
                    <a:pt x="648364" y="0"/>
                    <a:pt x="134538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11">
              <a:extLst>
                <a:ext uri="{FF2B5EF4-FFF2-40B4-BE49-F238E27FC236}">
                  <a16:creationId xmlns:a16="http://schemas.microsoft.com/office/drawing/2014/main" id="{062E2B15-36A9-C2C7-6306-EEA512B646D0}"/>
                </a:ext>
              </a:extLst>
            </p:cNvPr>
            <p:cNvSpPr/>
            <p:nvPr/>
          </p:nvSpPr>
          <p:spPr>
            <a:xfrm>
              <a:off x="9654699" y="2229295"/>
              <a:ext cx="2133966" cy="1079818"/>
            </a:xfrm>
            <a:custGeom>
              <a:avLst/>
              <a:gdLst>
                <a:gd name="connsiteX0" fmla="*/ 818 w 2692400"/>
                <a:gd name="connsiteY0" fmla="*/ 0 h 1362394"/>
                <a:gd name="connsiteX1" fmla="*/ 2691582 w 2692400"/>
                <a:gd name="connsiteY1" fmla="*/ 0 h 1362394"/>
                <a:gd name="connsiteX2" fmla="*/ 2692400 w 2692400"/>
                <a:gd name="connsiteY2" fmla="*/ 16194 h 1362394"/>
                <a:gd name="connsiteX3" fmla="*/ 1346200 w 2692400"/>
                <a:gd name="connsiteY3" fmla="*/ 1362394 h 1362394"/>
                <a:gd name="connsiteX4" fmla="*/ 0 w 2692400"/>
                <a:gd name="connsiteY4" fmla="*/ 16194 h 1362394"/>
                <a:gd name="connsiteX5" fmla="*/ 818 w 2692400"/>
                <a:gd name="connsiteY5" fmla="*/ 0 h 1362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92400" h="1362394">
                  <a:moveTo>
                    <a:pt x="818" y="0"/>
                  </a:moveTo>
                  <a:lnTo>
                    <a:pt x="2691582" y="0"/>
                  </a:lnTo>
                  <a:lnTo>
                    <a:pt x="2692400" y="16194"/>
                  </a:lnTo>
                  <a:cubicBezTo>
                    <a:pt x="2692400" y="759680"/>
                    <a:pt x="2089686" y="1362394"/>
                    <a:pt x="1346200" y="1362394"/>
                  </a:cubicBezTo>
                  <a:cubicBezTo>
                    <a:pt x="602714" y="1362394"/>
                    <a:pt x="0" y="759680"/>
                    <a:pt x="0" y="16194"/>
                  </a:cubicBezTo>
                  <a:lnTo>
                    <a:pt x="818"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1" name="Title 1">
            <a:extLst>
              <a:ext uri="{FF2B5EF4-FFF2-40B4-BE49-F238E27FC236}">
                <a16:creationId xmlns:a16="http://schemas.microsoft.com/office/drawing/2014/main" id="{52DD956C-BC83-8F97-6FF5-5A11028FEFEA}"/>
              </a:ext>
            </a:extLst>
          </p:cNvPr>
          <p:cNvSpPr>
            <a:spLocks noGrp="1"/>
          </p:cNvSpPr>
          <p:nvPr>
            <p:ph type="title" hasCustomPrompt="1"/>
          </p:nvPr>
        </p:nvSpPr>
        <p:spPr>
          <a:xfrm>
            <a:off x="813816" y="621792"/>
            <a:ext cx="8180412" cy="1828800"/>
          </a:xfrm>
        </p:spPr>
        <p:txBody>
          <a:bodyPr lIns="0" tIns="0" rIns="0" bIns="0">
            <a:noAutofit/>
          </a:bodyPr>
          <a:lstStyle/>
          <a:p>
            <a:r>
              <a:rPr lang="en-US" dirty="0"/>
              <a:t>Click to add title</a:t>
            </a:r>
          </a:p>
        </p:txBody>
      </p:sp>
      <p:sp>
        <p:nvSpPr>
          <p:cNvPr id="2" name="Content Placeholder 2">
            <a:extLst>
              <a:ext uri="{FF2B5EF4-FFF2-40B4-BE49-F238E27FC236}">
                <a16:creationId xmlns:a16="http://schemas.microsoft.com/office/drawing/2014/main" id="{5A612ED1-3CD3-8532-2C92-777F6D005F10}"/>
              </a:ext>
            </a:extLst>
          </p:cNvPr>
          <p:cNvSpPr>
            <a:spLocks noGrp="1"/>
          </p:cNvSpPr>
          <p:nvPr>
            <p:ph sz="quarter" idx="26" hasCustomPrompt="1"/>
          </p:nvPr>
        </p:nvSpPr>
        <p:spPr>
          <a:xfrm>
            <a:off x="813816" y="2948152"/>
            <a:ext cx="4956470" cy="3120773"/>
          </a:xfrm>
        </p:spPr>
        <p:txBody>
          <a:bodyPr lIns="0" tIns="0" rIns="0" bIns="0"/>
          <a:lstStyle>
            <a:lvl1pPr marL="0" indent="0">
              <a:spcBef>
                <a:spcPts val="1000"/>
              </a:spcBef>
              <a:buNone/>
              <a:defRPr sz="1800"/>
            </a:lvl1pPr>
            <a:lvl2pPr marL="283464" indent="-283464">
              <a:spcBef>
                <a:spcPts val="1000"/>
              </a:spcBef>
              <a:defRPr sz="1800"/>
            </a:lvl2pPr>
            <a:lvl3pPr marL="685800">
              <a:spcBef>
                <a:spcPts val="1000"/>
              </a:spcBef>
              <a:defRPr sz="1800"/>
            </a:lvl3pPr>
            <a:lvl4pPr marL="1051560">
              <a:spcBef>
                <a:spcPts val="1000"/>
              </a:spcBef>
              <a:defRPr sz="1800"/>
            </a:lvl4pPr>
            <a:lvl5pPr marL="1417320">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a:extLst>
              <a:ext uri="{FF2B5EF4-FFF2-40B4-BE49-F238E27FC236}">
                <a16:creationId xmlns:a16="http://schemas.microsoft.com/office/drawing/2014/main" id="{56A4BCE7-3651-7CA3-1353-9B2526D267AF}"/>
              </a:ext>
            </a:extLst>
          </p:cNvPr>
          <p:cNvSpPr>
            <a:spLocks noGrp="1"/>
          </p:cNvSpPr>
          <p:nvPr>
            <p:ph sz="quarter" idx="27" hasCustomPrompt="1"/>
          </p:nvPr>
        </p:nvSpPr>
        <p:spPr>
          <a:xfrm>
            <a:off x="6421716" y="2948152"/>
            <a:ext cx="4956470" cy="3120773"/>
          </a:xfrm>
        </p:spPr>
        <p:txBody>
          <a:bodyPr lIns="0" tIns="0" rIns="0" bIns="0"/>
          <a:lstStyle>
            <a:lvl1pPr marL="0" indent="0">
              <a:spcBef>
                <a:spcPts val="1000"/>
              </a:spcBef>
              <a:buNone/>
              <a:defRPr sz="1800"/>
            </a:lvl1pPr>
            <a:lvl2pPr marL="283464" indent="-283464">
              <a:spcBef>
                <a:spcPts val="1000"/>
              </a:spcBef>
              <a:defRPr sz="1800"/>
            </a:lvl2pPr>
            <a:lvl3pPr marL="685800">
              <a:spcBef>
                <a:spcPts val="1000"/>
              </a:spcBef>
              <a:defRPr sz="1800"/>
            </a:lvl3pPr>
            <a:lvl4pPr marL="1051560">
              <a:spcBef>
                <a:spcPts val="1000"/>
              </a:spcBef>
              <a:defRPr sz="1800"/>
            </a:lvl4pPr>
            <a:lvl5pPr marL="1417320">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72367354"/>
      </p:ext>
    </p:extLst>
  </p:cSld>
  <p:clrMapOvr>
    <a:masterClrMapping/>
  </p:clrMapOvr>
  <p:extLst>
    <p:ext uri="{DCECCB84-F9BA-43D5-87BE-67443E8EF086}">
      <p15:sldGuideLst xmlns:p15="http://schemas.microsoft.com/office/powerpoint/2012/main">
        <p15:guide id="1" pos="3840">
          <p15:clr>
            <a:srgbClr val="FBAE40"/>
          </p15:clr>
        </p15:guide>
        <p15:guide id="2" orient="horz" pos="1008">
          <p15:clr>
            <a:srgbClr val="FBAE40"/>
          </p15:clr>
        </p15:guide>
        <p15:guide id="3" orient="horz" pos="1560">
          <p15:clr>
            <a:srgbClr val="FBAE40"/>
          </p15:clr>
        </p15:guide>
        <p15:guide id="4" pos="312">
          <p15:clr>
            <a:srgbClr val="FBAE40"/>
          </p15:clr>
        </p15:guide>
        <p15:guide id="5" pos="816">
          <p15:clr>
            <a:srgbClr val="FBAE40"/>
          </p15:clr>
        </p15:guide>
        <p15:guide id="6" pos="7344">
          <p15:clr>
            <a:srgbClr val="FBAE40"/>
          </p15:clr>
        </p15:guide>
        <p15:guide id="7" orient="horz" pos="1416">
          <p15:clr>
            <a:srgbClr val="FBAE40"/>
          </p15:clr>
        </p15:guide>
        <p15:guide id="9" orient="horz" pos="384">
          <p15:clr>
            <a:srgbClr val="FBAE40"/>
          </p15:clr>
        </p15:guide>
        <p15:guide id="10" orient="horz" pos="3744">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wo Content 1">
    <p:spTree>
      <p:nvGrpSpPr>
        <p:cNvPr id="1" name=""/>
        <p:cNvGrpSpPr/>
        <p:nvPr/>
      </p:nvGrpSpPr>
      <p:grpSpPr>
        <a:xfrm>
          <a:off x="0" y="0"/>
          <a:ext cx="0" cy="0"/>
          <a:chOff x="0" y="0"/>
          <a:chExt cx="0" cy="0"/>
        </a:xfrm>
      </p:grpSpPr>
      <p:pic>
        <p:nvPicPr>
          <p:cNvPr id="4" name="Object 1">
            <a:extLst>
              <a:ext uri="{FF2B5EF4-FFF2-40B4-BE49-F238E27FC236}">
                <a16:creationId xmlns:a16="http://schemas.microsoft.com/office/drawing/2014/main" id="{83F8143D-16B1-4CE2-1910-9E5074922159}"/>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rcRect t="12807"/>
          <a:stretch/>
        </p:blipFill>
        <p:spPr>
          <a:xfrm rot="10800000">
            <a:off x="9987169" y="4877232"/>
            <a:ext cx="1574573" cy="1980768"/>
          </a:xfrm>
          <a:prstGeom prst="rect">
            <a:avLst/>
          </a:prstGeom>
        </p:spPr>
      </p:pic>
      <p:sp>
        <p:nvSpPr>
          <p:cNvPr id="10" name="Oval 9">
            <a:extLst>
              <a:ext uri="{FF2B5EF4-FFF2-40B4-BE49-F238E27FC236}">
                <a16:creationId xmlns:a16="http://schemas.microsoft.com/office/drawing/2014/main" id="{F6BE63D1-6CC6-AD50-D587-0514090FB382}"/>
              </a:ext>
              <a:ext uri="{C183D7F6-B498-43B3-948B-1728B52AA6E4}">
                <adec:decorative xmlns:adec="http://schemas.microsoft.com/office/drawing/2017/decorative" val="1"/>
              </a:ext>
            </a:extLst>
          </p:cNvPr>
          <p:cNvSpPr/>
          <p:nvPr/>
        </p:nvSpPr>
        <p:spPr>
          <a:xfrm rot="10800000">
            <a:off x="9987170" y="3039926"/>
            <a:ext cx="1572768" cy="157276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3" name="Title 1">
            <a:extLst>
              <a:ext uri="{FF2B5EF4-FFF2-40B4-BE49-F238E27FC236}">
                <a16:creationId xmlns:a16="http://schemas.microsoft.com/office/drawing/2014/main" id="{D1A089D1-3F91-4EA1-F598-0EDD4632E42D}"/>
              </a:ext>
            </a:extLst>
          </p:cNvPr>
          <p:cNvSpPr>
            <a:spLocks noGrp="1"/>
          </p:cNvSpPr>
          <p:nvPr>
            <p:ph type="title" hasCustomPrompt="1"/>
          </p:nvPr>
        </p:nvSpPr>
        <p:spPr>
          <a:xfrm>
            <a:off x="813816" y="605155"/>
            <a:ext cx="10571734" cy="1160145"/>
          </a:xfrm>
        </p:spPr>
        <p:txBody>
          <a:bodyPr lIns="0" tIns="0" rIns="0" bIns="0">
            <a:noAutofit/>
          </a:bodyPr>
          <a:lstStyle/>
          <a:p>
            <a:r>
              <a:rPr lang="en-US" dirty="0"/>
              <a:t>Click to add title</a:t>
            </a:r>
          </a:p>
        </p:txBody>
      </p:sp>
      <p:sp>
        <p:nvSpPr>
          <p:cNvPr id="5" name="Content Placeholder 2">
            <a:extLst>
              <a:ext uri="{FF2B5EF4-FFF2-40B4-BE49-F238E27FC236}">
                <a16:creationId xmlns:a16="http://schemas.microsoft.com/office/drawing/2014/main" id="{82DE6614-889D-2DB5-4C2F-DCBD22BA3B22}"/>
              </a:ext>
            </a:extLst>
          </p:cNvPr>
          <p:cNvSpPr>
            <a:spLocks noGrp="1"/>
          </p:cNvSpPr>
          <p:nvPr>
            <p:ph sz="quarter" idx="27" hasCustomPrompt="1"/>
          </p:nvPr>
        </p:nvSpPr>
        <p:spPr>
          <a:xfrm>
            <a:off x="811185" y="2041456"/>
            <a:ext cx="2736849" cy="4067717"/>
          </a:xfrm>
        </p:spPr>
        <p:txBody>
          <a:bodyPr lIns="0" tIns="0" rIns="0" bIns="0"/>
          <a:lstStyle>
            <a:lvl1pPr marL="342900" indent="-342900">
              <a:buFont typeface="+mj-lt"/>
              <a:buAutoNum type="arabicPeriod"/>
              <a:defRPr sz="1800"/>
            </a:lvl1pPr>
            <a:lvl2pPr marL="525780" indent="-342900">
              <a:buFont typeface="+mj-lt"/>
              <a:buAutoNum type="alphaLcPeriod"/>
              <a:defRPr sz="1800"/>
            </a:lvl2pPr>
            <a:lvl3pPr marL="800100" indent="-342900">
              <a:buFont typeface="+mj-lt"/>
              <a:buAutoNum type="arabicParenR"/>
              <a:defRPr sz="1800"/>
            </a:lvl3pPr>
            <a:lvl4pPr marL="1051560" indent="-228600">
              <a:buFont typeface="+mj-lt"/>
              <a:buAutoNum type="alphaLcParenR"/>
              <a:defRPr sz="1800"/>
            </a:lvl4pPr>
            <a:lvl5pPr marL="1417320" indent="-228600">
              <a:buFont typeface="+mj-lt"/>
              <a:buAutoNum type="romanLcPeriod"/>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2">
            <a:extLst>
              <a:ext uri="{FF2B5EF4-FFF2-40B4-BE49-F238E27FC236}">
                <a16:creationId xmlns:a16="http://schemas.microsoft.com/office/drawing/2014/main" id="{B7B2B871-B646-8E1E-CD57-2224B2D4E590}"/>
              </a:ext>
            </a:extLst>
          </p:cNvPr>
          <p:cNvSpPr>
            <a:spLocks noGrp="1"/>
          </p:cNvSpPr>
          <p:nvPr>
            <p:ph sz="quarter" idx="28" hasCustomPrompt="1"/>
          </p:nvPr>
        </p:nvSpPr>
        <p:spPr>
          <a:xfrm>
            <a:off x="3744073" y="2037680"/>
            <a:ext cx="4156619" cy="4046290"/>
          </a:xfrm>
        </p:spPr>
        <p:txBody>
          <a:bodyPr lIns="0" tIns="0" rIns="0" bIns="0"/>
          <a:lstStyle>
            <a:lvl1pPr marL="0" indent="0">
              <a:spcBef>
                <a:spcPts val="1000"/>
              </a:spcBef>
              <a:buNone/>
              <a:defRPr sz="1800"/>
            </a:lvl1pPr>
            <a:lvl2pPr marL="283464" indent="-283464">
              <a:spcBef>
                <a:spcPts val="1000"/>
              </a:spcBef>
              <a:defRPr sz="1800"/>
            </a:lvl2pPr>
            <a:lvl3pPr marL="685800">
              <a:spcBef>
                <a:spcPts val="1000"/>
              </a:spcBef>
              <a:defRPr sz="1800"/>
            </a:lvl3pPr>
            <a:lvl4pPr marL="1051560">
              <a:spcBef>
                <a:spcPts val="1000"/>
              </a:spcBef>
              <a:defRPr sz="1800"/>
            </a:lvl4pPr>
            <a:lvl5pPr marL="1417320">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57819484"/>
      </p:ext>
    </p:extLst>
  </p:cSld>
  <p:clrMapOvr>
    <a:masterClrMapping/>
  </p:clrMapOvr>
  <p:extLst>
    <p:ext uri="{DCECCB84-F9BA-43D5-87BE-67443E8EF086}">
      <p15:sldGuideLst xmlns:p15="http://schemas.microsoft.com/office/powerpoint/2012/main">
        <p15:guide id="1" pos="3840">
          <p15:clr>
            <a:srgbClr val="FBAE40"/>
          </p15:clr>
        </p15:guide>
        <p15:guide id="2" orient="horz" pos="1008">
          <p15:clr>
            <a:srgbClr val="FBAE40"/>
          </p15:clr>
        </p15:guide>
        <p15:guide id="3" orient="horz" pos="1560">
          <p15:clr>
            <a:srgbClr val="FBAE40"/>
          </p15:clr>
        </p15:guide>
        <p15:guide id="4" pos="312">
          <p15:clr>
            <a:srgbClr val="FBAE40"/>
          </p15:clr>
        </p15:guide>
        <p15:guide id="5" pos="816">
          <p15:clr>
            <a:srgbClr val="FBAE40"/>
          </p15:clr>
        </p15:guide>
        <p15:guide id="6" pos="6336">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 Picture ">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F7D965D3-2ED5-0347-F848-6C2A1D36AEB9}"/>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55513" b="14154"/>
          <a:stretch>
            <a:fillRect/>
          </a:stretch>
        </p:blipFill>
        <p:spPr>
          <a:xfrm rot="10800000">
            <a:off x="-887922" y="0"/>
            <a:ext cx="3050912" cy="5887335"/>
          </a:xfrm>
          <a:custGeom>
            <a:avLst/>
            <a:gdLst>
              <a:gd name="connsiteX0" fmla="*/ 0 w 3050912"/>
              <a:gd name="connsiteY0" fmla="*/ 0 h 5887335"/>
              <a:gd name="connsiteX1" fmla="*/ 3050912 w 3050912"/>
              <a:gd name="connsiteY1" fmla="*/ 0 h 5887335"/>
              <a:gd name="connsiteX2" fmla="*/ 3050912 w 3050912"/>
              <a:gd name="connsiteY2" fmla="*/ 5887335 h 5887335"/>
              <a:gd name="connsiteX3" fmla="*/ 0 w 3050912"/>
              <a:gd name="connsiteY3" fmla="*/ 5887335 h 5887335"/>
            </a:gdLst>
            <a:ahLst/>
            <a:cxnLst>
              <a:cxn ang="0">
                <a:pos x="connsiteX0" y="connsiteY0"/>
              </a:cxn>
              <a:cxn ang="0">
                <a:pos x="connsiteX1" y="connsiteY1"/>
              </a:cxn>
              <a:cxn ang="0">
                <a:pos x="connsiteX2" y="connsiteY2"/>
              </a:cxn>
              <a:cxn ang="0">
                <a:pos x="connsiteX3" y="connsiteY3"/>
              </a:cxn>
            </a:cxnLst>
            <a:rect l="l" t="t" r="r" b="b"/>
            <a:pathLst>
              <a:path w="3050912" h="5887335">
                <a:moveTo>
                  <a:pt x="0" y="0"/>
                </a:moveTo>
                <a:lnTo>
                  <a:pt x="3050912" y="0"/>
                </a:lnTo>
                <a:lnTo>
                  <a:pt x="3050912" y="5887335"/>
                </a:lnTo>
                <a:lnTo>
                  <a:pt x="0" y="5887335"/>
                </a:lnTo>
                <a:close/>
              </a:path>
            </a:pathLst>
          </a:custGeom>
        </p:spPr>
      </p:pic>
      <p:sp>
        <p:nvSpPr>
          <p:cNvPr id="20" name="Title 1">
            <a:extLst>
              <a:ext uri="{FF2B5EF4-FFF2-40B4-BE49-F238E27FC236}">
                <a16:creationId xmlns:a16="http://schemas.microsoft.com/office/drawing/2014/main" id="{1CBEC63C-AA69-807D-2A93-BC45B1BDF641}"/>
              </a:ext>
            </a:extLst>
          </p:cNvPr>
          <p:cNvSpPr>
            <a:spLocks noGrp="1"/>
          </p:cNvSpPr>
          <p:nvPr>
            <p:ph type="title" hasCustomPrompt="1"/>
          </p:nvPr>
        </p:nvSpPr>
        <p:spPr>
          <a:xfrm>
            <a:off x="811184" y="621973"/>
            <a:ext cx="6275416" cy="1828800"/>
          </a:xfrm>
        </p:spPr>
        <p:txBody>
          <a:bodyPr lIns="0" tIns="0" rIns="0" bIns="0">
            <a:noAutofit/>
          </a:bodyPr>
          <a:lstStyle/>
          <a:p>
            <a:r>
              <a:rPr lang="en-US" dirty="0"/>
              <a:t>Click to add title</a:t>
            </a:r>
          </a:p>
        </p:txBody>
      </p:sp>
      <p:sp>
        <p:nvSpPr>
          <p:cNvPr id="5" name="Oval 4">
            <a:extLst>
              <a:ext uri="{FF2B5EF4-FFF2-40B4-BE49-F238E27FC236}">
                <a16:creationId xmlns:a16="http://schemas.microsoft.com/office/drawing/2014/main" id="{CFE945C7-CAAC-C9B4-0B56-EC62E53C8DB6}"/>
              </a:ext>
              <a:ext uri="{C183D7F6-B498-43B3-948B-1728B52AA6E4}">
                <adec:decorative xmlns:adec="http://schemas.microsoft.com/office/drawing/2017/decorative" val="1"/>
              </a:ext>
            </a:extLst>
          </p:cNvPr>
          <p:cNvSpPr/>
          <p:nvPr/>
        </p:nvSpPr>
        <p:spPr>
          <a:xfrm>
            <a:off x="11017902" y="5607506"/>
            <a:ext cx="1096391" cy="1096391"/>
          </a:xfrm>
          <a:prstGeom prst="ellipse">
            <a:avLst/>
          </a:prstGeom>
          <a:solidFill>
            <a:srgbClr val="D4ED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Freeform 4">
            <a:extLst>
              <a:ext uri="{FF2B5EF4-FFF2-40B4-BE49-F238E27FC236}">
                <a16:creationId xmlns:a16="http://schemas.microsoft.com/office/drawing/2014/main" id="{E58C5299-758C-70DA-D929-E0BC719E9A78}"/>
              </a:ext>
              <a:ext uri="{C183D7F6-B498-43B3-948B-1728B52AA6E4}">
                <adec:decorative xmlns:adec="http://schemas.microsoft.com/office/drawing/2017/decorative" val="1"/>
              </a:ext>
            </a:extLst>
          </p:cNvPr>
          <p:cNvSpPr/>
          <p:nvPr/>
        </p:nvSpPr>
        <p:spPr>
          <a:xfrm>
            <a:off x="10500638" y="5090242"/>
            <a:ext cx="2130921" cy="2130921"/>
          </a:xfrm>
          <a:custGeom>
            <a:avLst/>
            <a:gdLst>
              <a:gd name="connsiteX0" fmla="*/ 1346200 w 2692400"/>
              <a:gd name="connsiteY0" fmla="*/ 0 h 2692400"/>
              <a:gd name="connsiteX1" fmla="*/ 2692400 w 2692400"/>
              <a:gd name="connsiteY1" fmla="*/ 1346200 h 2692400"/>
              <a:gd name="connsiteX2" fmla="*/ 1346200 w 2692400"/>
              <a:gd name="connsiteY2" fmla="*/ 2692400 h 2692400"/>
              <a:gd name="connsiteX3" fmla="*/ 0 w 2692400"/>
              <a:gd name="connsiteY3" fmla="*/ 1346200 h 2692400"/>
              <a:gd name="connsiteX4" fmla="*/ 1346200 w 2692400"/>
              <a:gd name="connsiteY4" fmla="*/ 0 h 2692400"/>
              <a:gd name="connsiteX5" fmla="*/ 1346199 w 2692400"/>
              <a:gd name="connsiteY5" fmla="*/ 457130 h 2692400"/>
              <a:gd name="connsiteX6" fmla="*/ 457130 w 2692400"/>
              <a:gd name="connsiteY6" fmla="*/ 1346199 h 2692400"/>
              <a:gd name="connsiteX7" fmla="*/ 1346199 w 2692400"/>
              <a:gd name="connsiteY7" fmla="*/ 2235268 h 2692400"/>
              <a:gd name="connsiteX8" fmla="*/ 2235268 w 2692400"/>
              <a:gd name="connsiteY8" fmla="*/ 1346199 h 2692400"/>
              <a:gd name="connsiteX9" fmla="*/ 1346199 w 2692400"/>
              <a:gd name="connsiteY9" fmla="*/ 457130 h 269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2400" h="2692400">
                <a:moveTo>
                  <a:pt x="1346200" y="0"/>
                </a:moveTo>
                <a:cubicBezTo>
                  <a:pt x="2089686" y="0"/>
                  <a:pt x="2692400" y="602714"/>
                  <a:pt x="2692400" y="1346200"/>
                </a:cubicBezTo>
                <a:cubicBezTo>
                  <a:pt x="2692400" y="2089686"/>
                  <a:pt x="2089686" y="2692400"/>
                  <a:pt x="1346200" y="2692400"/>
                </a:cubicBezTo>
                <a:cubicBezTo>
                  <a:pt x="602714" y="2692400"/>
                  <a:pt x="0" y="2089686"/>
                  <a:pt x="0" y="1346200"/>
                </a:cubicBezTo>
                <a:cubicBezTo>
                  <a:pt x="0" y="602714"/>
                  <a:pt x="602714" y="0"/>
                  <a:pt x="1346200" y="0"/>
                </a:cubicBezTo>
                <a:close/>
                <a:moveTo>
                  <a:pt x="1346199" y="457130"/>
                </a:moveTo>
                <a:cubicBezTo>
                  <a:pt x="855180" y="457130"/>
                  <a:pt x="457130" y="855180"/>
                  <a:pt x="457130" y="1346199"/>
                </a:cubicBezTo>
                <a:cubicBezTo>
                  <a:pt x="457130" y="1837218"/>
                  <a:pt x="855180" y="2235268"/>
                  <a:pt x="1346199" y="2235268"/>
                </a:cubicBezTo>
                <a:cubicBezTo>
                  <a:pt x="1837218" y="2235268"/>
                  <a:pt x="2235268" y="1837218"/>
                  <a:pt x="2235268" y="1346199"/>
                </a:cubicBezTo>
                <a:cubicBezTo>
                  <a:pt x="2235268" y="855180"/>
                  <a:pt x="1837218" y="457130"/>
                  <a:pt x="1346199" y="45713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Content Placeholder 5">
            <a:extLst>
              <a:ext uri="{FF2B5EF4-FFF2-40B4-BE49-F238E27FC236}">
                <a16:creationId xmlns:a16="http://schemas.microsoft.com/office/drawing/2014/main" id="{F7A4C6AC-F9E8-412E-2D6B-9FDD07ADDE72}"/>
              </a:ext>
            </a:extLst>
          </p:cNvPr>
          <p:cNvSpPr>
            <a:spLocks noGrp="1"/>
          </p:cNvSpPr>
          <p:nvPr>
            <p:ph sz="quarter" idx="18" hasCustomPrompt="1"/>
          </p:nvPr>
        </p:nvSpPr>
        <p:spPr>
          <a:xfrm>
            <a:off x="810330" y="2771566"/>
            <a:ext cx="6275387" cy="3271324"/>
          </a:xfrm>
        </p:spPr>
        <p:txBody>
          <a:bodyPr lIns="0"/>
          <a:lstStyle>
            <a:lvl1pPr marL="0" indent="0">
              <a:buNone/>
              <a:defRPr/>
            </a:lvl1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2" name="Picture Placeholder 31">
            <a:extLst>
              <a:ext uri="{FF2B5EF4-FFF2-40B4-BE49-F238E27FC236}">
                <a16:creationId xmlns:a16="http://schemas.microsoft.com/office/drawing/2014/main" id="{C0463C33-FF99-2443-BE5D-682AC8CB8B70}"/>
              </a:ext>
            </a:extLst>
          </p:cNvPr>
          <p:cNvSpPr>
            <a:spLocks noGrp="1"/>
          </p:cNvSpPr>
          <p:nvPr>
            <p:ph type="pic" sz="quarter" idx="17"/>
          </p:nvPr>
        </p:nvSpPr>
        <p:spPr>
          <a:xfrm>
            <a:off x="8065200" y="136525"/>
            <a:ext cx="4126800" cy="4126800"/>
          </a:xfrm>
          <a:custGeom>
            <a:avLst/>
            <a:gdLst>
              <a:gd name="connsiteX0" fmla="*/ 2063400 w 4126800"/>
              <a:gd name="connsiteY0" fmla="*/ 0 h 4126800"/>
              <a:gd name="connsiteX1" fmla="*/ 4126800 w 4126800"/>
              <a:gd name="connsiteY1" fmla="*/ 2063400 h 4126800"/>
              <a:gd name="connsiteX2" fmla="*/ 2063400 w 4126800"/>
              <a:gd name="connsiteY2" fmla="*/ 4126800 h 4126800"/>
              <a:gd name="connsiteX3" fmla="*/ 0 w 4126800"/>
              <a:gd name="connsiteY3" fmla="*/ 2063400 h 4126800"/>
              <a:gd name="connsiteX4" fmla="*/ 2063400 w 4126800"/>
              <a:gd name="connsiteY4" fmla="*/ 0 h 4126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6800" h="4126800">
                <a:moveTo>
                  <a:pt x="2063400" y="0"/>
                </a:moveTo>
                <a:cubicBezTo>
                  <a:pt x="3202984" y="0"/>
                  <a:pt x="4126800" y="923816"/>
                  <a:pt x="4126800" y="2063400"/>
                </a:cubicBezTo>
                <a:cubicBezTo>
                  <a:pt x="4126800" y="3202984"/>
                  <a:pt x="3202984" y="4126800"/>
                  <a:pt x="2063400" y="4126800"/>
                </a:cubicBezTo>
                <a:cubicBezTo>
                  <a:pt x="923816" y="4126800"/>
                  <a:pt x="0" y="3202984"/>
                  <a:pt x="0" y="2063400"/>
                </a:cubicBezTo>
                <a:cubicBezTo>
                  <a:pt x="0" y="923816"/>
                  <a:pt x="923816" y="0"/>
                  <a:pt x="2063400" y="0"/>
                </a:cubicBezTo>
                <a:close/>
              </a:path>
            </a:pathLst>
          </a:custGeom>
          <a:solidFill>
            <a:schemeClr val="accent6"/>
          </a:solidFill>
        </p:spPr>
        <p:txBody>
          <a:bodyPr wrap="square" tIns="731520">
            <a:noAutofit/>
          </a:bodyPr>
          <a:lstStyle>
            <a:lvl1pPr marL="0" indent="0" algn="ctr">
              <a:buNone/>
              <a:defRPr sz="1600"/>
            </a:lvl1pPr>
          </a:lstStyle>
          <a:p>
            <a:r>
              <a:rPr lang="en-US"/>
              <a:t>Click icon to add picture</a:t>
            </a:r>
            <a:endParaRPr lang="en-US" dirty="0"/>
          </a:p>
        </p:txBody>
      </p:sp>
    </p:spTree>
    <p:extLst>
      <p:ext uri="{BB962C8B-B14F-4D97-AF65-F5344CB8AC3E}">
        <p14:creationId xmlns:p14="http://schemas.microsoft.com/office/powerpoint/2010/main" val="2730499360"/>
      </p:ext>
    </p:extLst>
  </p:cSld>
  <p:clrMapOvr>
    <a:masterClrMapping/>
  </p:clrMapOvr>
  <p:extLst>
    <p:ext uri="{DCECCB84-F9BA-43D5-87BE-67443E8EF086}">
      <p15:sldGuideLst xmlns:p15="http://schemas.microsoft.com/office/powerpoint/2012/main">
        <p15:guide id="1" pos="3840">
          <p15:clr>
            <a:srgbClr val="FBAE40"/>
          </p15:clr>
        </p15:guide>
        <p15:guide id="2" orient="horz" pos="1008">
          <p15:clr>
            <a:srgbClr val="FBAE40"/>
          </p15:clr>
        </p15:guide>
        <p15:guide id="3" orient="horz" pos="1560">
          <p15:clr>
            <a:srgbClr val="FBAE40"/>
          </p15:clr>
        </p15:guide>
        <p15:guide id="4" pos="312">
          <p15:clr>
            <a:srgbClr val="FBAE40"/>
          </p15:clr>
        </p15:guide>
        <p15:guide id="5" pos="816">
          <p15:clr>
            <a:srgbClr val="FBAE40"/>
          </p15:clr>
        </p15:guide>
        <p15:guide id="6" pos="6336">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 Table">
    <p:bg>
      <p:bgPr>
        <a:solidFill>
          <a:srgbClr val="0A3254"/>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D978EB2-1AE7-BB87-954B-F3DBF5080553}"/>
              </a:ext>
            </a:extLst>
          </p:cNvPr>
          <p:cNvSpPr>
            <a:spLocks noGrp="1"/>
          </p:cNvSpPr>
          <p:nvPr>
            <p:ph type="title" hasCustomPrompt="1"/>
          </p:nvPr>
        </p:nvSpPr>
        <p:spPr>
          <a:xfrm>
            <a:off x="811184" y="621973"/>
            <a:ext cx="10569634" cy="1801793"/>
          </a:xfrm>
        </p:spPr>
        <p:txBody>
          <a:bodyPr lIns="0" tIns="0" rIns="0" bIns="0">
            <a:noAutofit/>
          </a:bodyPr>
          <a:lstStyle/>
          <a:p>
            <a:r>
              <a:rPr lang="en-US" dirty="0"/>
              <a:t>Click to add title</a:t>
            </a:r>
          </a:p>
        </p:txBody>
      </p:sp>
      <p:sp>
        <p:nvSpPr>
          <p:cNvPr id="2" name="Content Placeholder 2">
            <a:extLst>
              <a:ext uri="{FF2B5EF4-FFF2-40B4-BE49-F238E27FC236}">
                <a16:creationId xmlns:a16="http://schemas.microsoft.com/office/drawing/2014/main" id="{1406BDC3-2B84-117A-BF71-A331C1DD6BCB}"/>
              </a:ext>
            </a:extLst>
          </p:cNvPr>
          <p:cNvSpPr>
            <a:spLocks noGrp="1"/>
          </p:cNvSpPr>
          <p:nvPr>
            <p:ph sz="quarter" idx="26" hasCustomPrompt="1"/>
          </p:nvPr>
        </p:nvSpPr>
        <p:spPr>
          <a:xfrm>
            <a:off x="811183" y="2796209"/>
            <a:ext cx="3657598" cy="3147392"/>
          </a:xfrm>
        </p:spPr>
        <p:txBody>
          <a:bodyPr lIns="0" tIns="0" rIns="0" bIns="0"/>
          <a:lstStyle>
            <a:lvl1pPr marL="285750" indent="-285750">
              <a:buFont typeface="Arial" panose="020B0604020202020204" pitchFamily="34" charset="0"/>
              <a:buChar char="•"/>
              <a:defRPr sz="1800"/>
            </a:lvl1pPr>
            <a:lvl2pPr marL="411480">
              <a:defRPr sz="1600"/>
            </a:lvl2pPr>
            <a:lvl3pPr marL="685800">
              <a:defRPr sz="1400"/>
            </a:lvl3pPr>
            <a:lvl4pPr marL="1051560">
              <a:defRPr sz="1200"/>
            </a:lvl4pPr>
            <a:lvl5pPr marL="1417320">
              <a:defRPr sz="10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able Placeholder 4">
            <a:extLst>
              <a:ext uri="{FF2B5EF4-FFF2-40B4-BE49-F238E27FC236}">
                <a16:creationId xmlns:a16="http://schemas.microsoft.com/office/drawing/2014/main" id="{4D2A92BD-8372-F61F-9551-6FA12079139B}"/>
              </a:ext>
            </a:extLst>
          </p:cNvPr>
          <p:cNvSpPr>
            <a:spLocks noGrp="1"/>
          </p:cNvSpPr>
          <p:nvPr>
            <p:ph type="tbl" sz="quarter" idx="28" hasCustomPrompt="1"/>
          </p:nvPr>
        </p:nvSpPr>
        <p:spPr>
          <a:xfrm>
            <a:off x="4902200" y="2795588"/>
            <a:ext cx="6478617" cy="3148012"/>
          </a:xfrm>
        </p:spPr>
        <p:txBody>
          <a:bodyPr/>
          <a:lstStyle>
            <a:lvl1pPr>
              <a:defRPr/>
            </a:lvl1pPr>
          </a:lstStyle>
          <a:p>
            <a:r>
              <a:rPr lang="en-US" dirty="0"/>
              <a:t>Click icon to insert table</a:t>
            </a:r>
          </a:p>
        </p:txBody>
      </p:sp>
      <p:sp>
        <p:nvSpPr>
          <p:cNvPr id="7" name="Footer Placeholder 6">
            <a:extLst>
              <a:ext uri="{FF2B5EF4-FFF2-40B4-BE49-F238E27FC236}">
                <a16:creationId xmlns:a16="http://schemas.microsoft.com/office/drawing/2014/main" id="{C36FD22D-E552-7707-178A-C415B32A8553}"/>
              </a:ext>
            </a:extLst>
          </p:cNvPr>
          <p:cNvSpPr>
            <a:spLocks noGrp="1"/>
          </p:cNvSpPr>
          <p:nvPr>
            <p:ph type="ftr" sz="quarter" idx="10"/>
          </p:nvPr>
        </p:nvSpPr>
        <p:spPr/>
        <p:txBody>
          <a:bodyPr>
            <a:noAutofit/>
          </a:bodyPr>
          <a:lstStyle/>
          <a:p>
            <a:endParaRPr lang="en-US"/>
          </a:p>
        </p:txBody>
      </p:sp>
      <p:sp>
        <p:nvSpPr>
          <p:cNvPr id="8" name="Slide Number Placeholder 7">
            <a:extLst>
              <a:ext uri="{FF2B5EF4-FFF2-40B4-BE49-F238E27FC236}">
                <a16:creationId xmlns:a16="http://schemas.microsoft.com/office/drawing/2014/main" id="{DCF2C4E6-14A3-F03B-CAE2-C92DC19E79C7}"/>
              </a:ext>
            </a:extLst>
          </p:cNvPr>
          <p:cNvSpPr>
            <a:spLocks noGrp="1"/>
          </p:cNvSpPr>
          <p:nvPr>
            <p:ph type="sldNum" sz="quarter" idx="11"/>
          </p:nvPr>
        </p:nvSpPr>
        <p:spPr/>
        <p:txBody>
          <a:bodyPr>
            <a:noAutofit/>
          </a:bodyPr>
          <a:lstStyle/>
          <a:p>
            <a:fld id="{184942F2-8A38-4501-8F65-F07DBF30C995}" type="slidenum">
              <a:rPr lang="en-US" smtClean="0"/>
              <a:t>‹#›</a:t>
            </a:fld>
            <a:endParaRPr lang="en-US"/>
          </a:p>
        </p:txBody>
      </p:sp>
    </p:spTree>
    <p:extLst>
      <p:ext uri="{BB962C8B-B14F-4D97-AF65-F5344CB8AC3E}">
        <p14:creationId xmlns:p14="http://schemas.microsoft.com/office/powerpoint/2010/main" val="783410027"/>
      </p:ext>
    </p:extLst>
  </p:cSld>
  <p:clrMapOvr>
    <a:masterClrMapping/>
  </p:clrMapOvr>
  <p:extLst>
    <p:ext uri="{DCECCB84-F9BA-43D5-87BE-67443E8EF086}">
      <p15:sldGuideLst xmlns:p15="http://schemas.microsoft.com/office/powerpoint/2012/main">
        <p15:guide id="1" pos="3840">
          <p15:clr>
            <a:srgbClr val="FBAE40"/>
          </p15:clr>
        </p15:guide>
        <p15:guide id="2" orient="horz" pos="1008">
          <p15:clr>
            <a:srgbClr val="FBAE40"/>
          </p15:clr>
        </p15:guide>
        <p15:guide id="3" orient="horz" pos="1560">
          <p15:clr>
            <a:srgbClr val="FBAE40"/>
          </p15:clr>
        </p15:guide>
        <p15:guide id="4" pos="312">
          <p15:clr>
            <a:srgbClr val="FBAE40"/>
          </p15:clr>
        </p15:guide>
        <p15:guide id="5" pos="816">
          <p15:clr>
            <a:srgbClr val="FBAE40"/>
          </p15:clr>
        </p15:guide>
        <p15:guide id="6" pos="7344">
          <p15:clr>
            <a:srgbClr val="FBAE40"/>
          </p15:clr>
        </p15:guide>
        <p15:guide id="7" orient="horz" pos="1416">
          <p15:clr>
            <a:srgbClr val="FBAE40"/>
          </p15:clr>
        </p15:guide>
        <p15:guide id="9" orient="horz" pos="384">
          <p15:clr>
            <a:srgbClr val="FBAE40"/>
          </p15:clr>
        </p15:guide>
        <p15:guide id="10" orient="horz" pos="3744">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wo Content 2">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69EF52E1-6F3C-5D9B-32DC-A156BDDE2834}"/>
              </a:ext>
              <a:ext uri="{C183D7F6-B498-43B3-948B-1728B52AA6E4}">
                <adec:decorative xmlns:adec="http://schemas.microsoft.com/office/drawing/2017/decorative" val="1"/>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2647" b="86709"/>
          <a:stretch/>
        </p:blipFill>
        <p:spPr>
          <a:xfrm>
            <a:off x="-1" y="5946505"/>
            <a:ext cx="5304866" cy="911495"/>
          </a:xfrm>
          <a:custGeom>
            <a:avLst/>
            <a:gdLst>
              <a:gd name="connsiteX0" fmla="*/ 0 w 5304866"/>
              <a:gd name="connsiteY0" fmla="*/ 0 h 1912980"/>
              <a:gd name="connsiteX1" fmla="*/ 5304866 w 5304866"/>
              <a:gd name="connsiteY1" fmla="*/ 0 h 1912980"/>
              <a:gd name="connsiteX2" fmla="*/ 5304866 w 5304866"/>
              <a:gd name="connsiteY2" fmla="*/ 1912980 h 1912980"/>
              <a:gd name="connsiteX3" fmla="*/ 5304865 w 5304866"/>
              <a:gd name="connsiteY3" fmla="*/ 1912980 h 1912980"/>
              <a:gd name="connsiteX4" fmla="*/ 0 w 5304866"/>
              <a:gd name="connsiteY4" fmla="*/ 1912980 h 19129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04866" h="1912980">
                <a:moveTo>
                  <a:pt x="0" y="0"/>
                </a:moveTo>
                <a:lnTo>
                  <a:pt x="5304866" y="0"/>
                </a:lnTo>
                <a:lnTo>
                  <a:pt x="5304866" y="1912980"/>
                </a:lnTo>
                <a:lnTo>
                  <a:pt x="5304865" y="1912980"/>
                </a:lnTo>
                <a:lnTo>
                  <a:pt x="0" y="1912980"/>
                </a:lnTo>
                <a:close/>
              </a:path>
            </a:pathLst>
          </a:custGeom>
        </p:spPr>
      </p:pic>
      <p:sp>
        <p:nvSpPr>
          <p:cNvPr id="9" name="Freeform 8">
            <a:extLst>
              <a:ext uri="{FF2B5EF4-FFF2-40B4-BE49-F238E27FC236}">
                <a16:creationId xmlns:a16="http://schemas.microsoft.com/office/drawing/2014/main" id="{4510996E-0672-63AB-DCBF-25B251B22899}"/>
              </a:ext>
              <a:ext uri="{C183D7F6-B498-43B3-948B-1728B52AA6E4}">
                <adec:decorative xmlns:adec="http://schemas.microsoft.com/office/drawing/2017/decorative" val="1"/>
              </a:ext>
            </a:extLst>
          </p:cNvPr>
          <p:cNvSpPr/>
          <p:nvPr/>
        </p:nvSpPr>
        <p:spPr>
          <a:xfrm>
            <a:off x="10497680" y="0"/>
            <a:ext cx="1694321" cy="2692400"/>
          </a:xfrm>
          <a:custGeom>
            <a:avLst/>
            <a:gdLst>
              <a:gd name="connsiteX0" fmla="*/ 1346200 w 1694321"/>
              <a:gd name="connsiteY0" fmla="*/ 0 h 2692400"/>
              <a:gd name="connsiteX1" fmla="*/ 1617506 w 1694321"/>
              <a:gd name="connsiteY1" fmla="*/ 27350 h 2692400"/>
              <a:gd name="connsiteX2" fmla="*/ 1694321 w 1694321"/>
              <a:gd name="connsiteY2" fmla="*/ 47101 h 2692400"/>
              <a:gd name="connsiteX3" fmla="*/ 1694321 w 1694321"/>
              <a:gd name="connsiteY3" fmla="*/ 528114 h 2692400"/>
              <a:gd name="connsiteX4" fmla="*/ 1692265 w 1694321"/>
              <a:gd name="connsiteY4" fmla="*/ 526998 h 2692400"/>
              <a:gd name="connsiteX5" fmla="*/ 1346199 w 1694321"/>
              <a:gd name="connsiteY5" fmla="*/ 457130 h 2692400"/>
              <a:gd name="connsiteX6" fmla="*/ 457130 w 1694321"/>
              <a:gd name="connsiteY6" fmla="*/ 1346199 h 2692400"/>
              <a:gd name="connsiteX7" fmla="*/ 1346199 w 1694321"/>
              <a:gd name="connsiteY7" fmla="*/ 2235268 h 2692400"/>
              <a:gd name="connsiteX8" fmla="*/ 1692265 w 1694321"/>
              <a:gd name="connsiteY8" fmla="*/ 2165401 h 2692400"/>
              <a:gd name="connsiteX9" fmla="*/ 1694321 w 1694321"/>
              <a:gd name="connsiteY9" fmla="*/ 2164285 h 2692400"/>
              <a:gd name="connsiteX10" fmla="*/ 1694321 w 1694321"/>
              <a:gd name="connsiteY10" fmla="*/ 2645299 h 2692400"/>
              <a:gd name="connsiteX11" fmla="*/ 1617506 w 1694321"/>
              <a:gd name="connsiteY11" fmla="*/ 2665050 h 2692400"/>
              <a:gd name="connsiteX12" fmla="*/ 1346200 w 1694321"/>
              <a:gd name="connsiteY12" fmla="*/ 2692400 h 2692400"/>
              <a:gd name="connsiteX13" fmla="*/ 0 w 1694321"/>
              <a:gd name="connsiteY13" fmla="*/ 1346200 h 2692400"/>
              <a:gd name="connsiteX14" fmla="*/ 1346200 w 1694321"/>
              <a:gd name="connsiteY14" fmla="*/ 0 h 269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694321" h="2692400">
                <a:moveTo>
                  <a:pt x="1346200" y="0"/>
                </a:moveTo>
                <a:cubicBezTo>
                  <a:pt x="1439136" y="0"/>
                  <a:pt x="1529872" y="9417"/>
                  <a:pt x="1617506" y="27350"/>
                </a:cubicBezTo>
                <a:lnTo>
                  <a:pt x="1694321" y="47101"/>
                </a:lnTo>
                <a:lnTo>
                  <a:pt x="1694321" y="528114"/>
                </a:lnTo>
                <a:lnTo>
                  <a:pt x="1692265" y="526998"/>
                </a:lnTo>
                <a:cubicBezTo>
                  <a:pt x="1585898" y="482008"/>
                  <a:pt x="1468954" y="457130"/>
                  <a:pt x="1346199" y="457130"/>
                </a:cubicBezTo>
                <a:cubicBezTo>
                  <a:pt x="855180" y="457130"/>
                  <a:pt x="457130" y="855180"/>
                  <a:pt x="457130" y="1346199"/>
                </a:cubicBezTo>
                <a:cubicBezTo>
                  <a:pt x="457130" y="1837218"/>
                  <a:pt x="855180" y="2235268"/>
                  <a:pt x="1346199" y="2235268"/>
                </a:cubicBezTo>
                <a:cubicBezTo>
                  <a:pt x="1468954" y="2235268"/>
                  <a:pt x="1585898" y="2210390"/>
                  <a:pt x="1692265" y="2165401"/>
                </a:cubicBezTo>
                <a:lnTo>
                  <a:pt x="1694321" y="2164285"/>
                </a:lnTo>
                <a:lnTo>
                  <a:pt x="1694321" y="2645299"/>
                </a:lnTo>
                <a:lnTo>
                  <a:pt x="1617506" y="2665050"/>
                </a:lnTo>
                <a:cubicBezTo>
                  <a:pt x="1529872" y="2682983"/>
                  <a:pt x="1439136" y="2692400"/>
                  <a:pt x="1346200" y="2692400"/>
                </a:cubicBezTo>
                <a:cubicBezTo>
                  <a:pt x="602714" y="2692400"/>
                  <a:pt x="0" y="2089686"/>
                  <a:pt x="0" y="1346200"/>
                </a:cubicBezTo>
                <a:cubicBezTo>
                  <a:pt x="0" y="602714"/>
                  <a:pt x="602714" y="0"/>
                  <a:pt x="1346200" y="0"/>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Title 1">
            <a:extLst>
              <a:ext uri="{FF2B5EF4-FFF2-40B4-BE49-F238E27FC236}">
                <a16:creationId xmlns:a16="http://schemas.microsoft.com/office/drawing/2014/main" id="{D1A089D1-3F91-4EA1-F598-0EDD4632E42D}"/>
              </a:ext>
            </a:extLst>
          </p:cNvPr>
          <p:cNvSpPr>
            <a:spLocks noGrp="1"/>
          </p:cNvSpPr>
          <p:nvPr>
            <p:ph type="title" hasCustomPrompt="1"/>
          </p:nvPr>
        </p:nvSpPr>
        <p:spPr>
          <a:xfrm>
            <a:off x="811185" y="621972"/>
            <a:ext cx="6400800" cy="1828800"/>
          </a:xfrm>
        </p:spPr>
        <p:txBody>
          <a:bodyPr lIns="0" tIns="0" rIns="0" bIns="0">
            <a:noAutofit/>
          </a:bodyPr>
          <a:lstStyle/>
          <a:p>
            <a:r>
              <a:rPr lang="en-US" dirty="0"/>
              <a:t>Click to add title</a:t>
            </a:r>
          </a:p>
        </p:txBody>
      </p:sp>
      <p:sp>
        <p:nvSpPr>
          <p:cNvPr id="2" name="Content Placeholder 2">
            <a:extLst>
              <a:ext uri="{FF2B5EF4-FFF2-40B4-BE49-F238E27FC236}">
                <a16:creationId xmlns:a16="http://schemas.microsoft.com/office/drawing/2014/main" id="{5DE2B4D4-87FA-ACC4-A0FD-E98B07CE9852}"/>
              </a:ext>
            </a:extLst>
          </p:cNvPr>
          <p:cNvSpPr>
            <a:spLocks noGrp="1"/>
          </p:cNvSpPr>
          <p:nvPr>
            <p:ph sz="quarter" idx="26" hasCustomPrompt="1"/>
          </p:nvPr>
        </p:nvSpPr>
        <p:spPr>
          <a:xfrm>
            <a:off x="811185" y="3067050"/>
            <a:ext cx="6400800" cy="3048000"/>
          </a:xfrm>
        </p:spPr>
        <p:txBody>
          <a:bodyPr lIns="0" tIns="0" rIns="0" bIns="0"/>
          <a:lstStyle>
            <a:lvl1pPr marL="0" indent="0">
              <a:buNone/>
              <a:defRPr sz="1800"/>
            </a:lvl1pPr>
            <a:lvl2pPr marL="411480">
              <a:defRPr sz="1800"/>
            </a:lvl2pPr>
            <a:lvl3pPr marL="685800">
              <a:defRPr sz="1800"/>
            </a:lvl3pPr>
            <a:lvl4pPr marL="1051560">
              <a:defRPr sz="1800"/>
            </a:lvl4pPr>
            <a:lvl5pPr marL="1417320">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a:extLst>
              <a:ext uri="{FF2B5EF4-FFF2-40B4-BE49-F238E27FC236}">
                <a16:creationId xmlns:a16="http://schemas.microsoft.com/office/drawing/2014/main" id="{4A58F85D-7A7F-3D36-8C6A-6589D66D2AFD}"/>
              </a:ext>
            </a:extLst>
          </p:cNvPr>
          <p:cNvSpPr>
            <a:spLocks noGrp="1"/>
          </p:cNvSpPr>
          <p:nvPr>
            <p:ph sz="quarter" idx="27" hasCustomPrompt="1"/>
          </p:nvPr>
        </p:nvSpPr>
        <p:spPr>
          <a:xfrm>
            <a:off x="7861300" y="3067050"/>
            <a:ext cx="3519515" cy="3048000"/>
          </a:xfrm>
        </p:spPr>
        <p:txBody>
          <a:bodyPr lIns="0" tIns="0" rIns="0" bIns="0"/>
          <a:lstStyle>
            <a:lvl1pPr marL="342900" indent="-342900">
              <a:buFont typeface="+mj-lt"/>
              <a:buAutoNum type="arabicPeriod"/>
              <a:defRPr sz="1800"/>
            </a:lvl1pPr>
            <a:lvl2pPr marL="525780" indent="-342900">
              <a:buFont typeface="+mj-lt"/>
              <a:buAutoNum type="alphaLcPeriod"/>
              <a:defRPr sz="1800"/>
            </a:lvl2pPr>
            <a:lvl3pPr marL="800100" indent="-342900">
              <a:buFont typeface="+mj-lt"/>
              <a:buAutoNum type="arabicParenR"/>
              <a:defRPr sz="1800"/>
            </a:lvl3pPr>
            <a:lvl4pPr marL="1165860" indent="-342900">
              <a:buFont typeface="+mj-lt"/>
              <a:buAutoNum type="alphaLcPeriod"/>
              <a:defRPr sz="1800"/>
            </a:lvl4pPr>
            <a:lvl5pPr marL="1531620" indent="-342900">
              <a:buFont typeface="+mj-lt"/>
              <a:buAutoNum type="romanLcPeriod"/>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6">
            <a:extLst>
              <a:ext uri="{FF2B5EF4-FFF2-40B4-BE49-F238E27FC236}">
                <a16:creationId xmlns:a16="http://schemas.microsoft.com/office/drawing/2014/main" id="{C36FD22D-E552-7707-178A-C415B32A8553}"/>
              </a:ext>
            </a:extLst>
          </p:cNvPr>
          <p:cNvSpPr>
            <a:spLocks noGrp="1"/>
          </p:cNvSpPr>
          <p:nvPr>
            <p:ph type="ftr" sz="quarter" idx="10"/>
          </p:nvPr>
        </p:nvSpPr>
        <p:spPr/>
        <p:txBody>
          <a:bodyPr>
            <a:noAutofit/>
          </a:bodyPr>
          <a:lstStyle/>
          <a:p>
            <a:endParaRPr lang="en-US"/>
          </a:p>
        </p:txBody>
      </p:sp>
      <p:sp>
        <p:nvSpPr>
          <p:cNvPr id="8" name="Slide Number Placeholder 7">
            <a:extLst>
              <a:ext uri="{FF2B5EF4-FFF2-40B4-BE49-F238E27FC236}">
                <a16:creationId xmlns:a16="http://schemas.microsoft.com/office/drawing/2014/main" id="{DCF2C4E6-14A3-F03B-CAE2-C92DC19E79C7}"/>
              </a:ext>
            </a:extLst>
          </p:cNvPr>
          <p:cNvSpPr>
            <a:spLocks noGrp="1"/>
          </p:cNvSpPr>
          <p:nvPr>
            <p:ph type="sldNum" sz="quarter" idx="11"/>
          </p:nvPr>
        </p:nvSpPr>
        <p:spPr/>
        <p:txBody>
          <a:bodyPr>
            <a:noAutofit/>
          </a:bodyPr>
          <a:lstStyle/>
          <a:p>
            <a:fld id="{184942F2-8A38-4501-8F65-F07DBF30C995}" type="slidenum">
              <a:rPr lang="en-US" smtClean="0"/>
              <a:t>‹#›</a:t>
            </a:fld>
            <a:endParaRPr lang="en-US"/>
          </a:p>
        </p:txBody>
      </p:sp>
    </p:spTree>
    <p:extLst>
      <p:ext uri="{BB962C8B-B14F-4D97-AF65-F5344CB8AC3E}">
        <p14:creationId xmlns:p14="http://schemas.microsoft.com/office/powerpoint/2010/main" val="779623644"/>
      </p:ext>
    </p:extLst>
  </p:cSld>
  <p:clrMapOvr>
    <a:masterClrMapping/>
  </p:clrMapOvr>
  <p:extLst>
    <p:ext uri="{DCECCB84-F9BA-43D5-87BE-67443E8EF086}">
      <p15:sldGuideLst xmlns:p15="http://schemas.microsoft.com/office/powerpoint/2012/main">
        <p15:guide id="1" pos="3840">
          <p15:clr>
            <a:srgbClr val="FBAE40"/>
          </p15:clr>
        </p15:guide>
        <p15:guide id="2" orient="horz" pos="1008">
          <p15:clr>
            <a:srgbClr val="FBAE40"/>
          </p15:clr>
        </p15:guide>
        <p15:guide id="3" orient="horz" pos="1560">
          <p15:clr>
            <a:srgbClr val="FBAE40"/>
          </p15:clr>
        </p15:guide>
        <p15:guide id="4" pos="312">
          <p15:clr>
            <a:srgbClr val="FBAE40"/>
          </p15:clr>
        </p15:guide>
        <p15:guide id="5" pos="816">
          <p15:clr>
            <a:srgbClr val="FBAE40"/>
          </p15:clr>
        </p15:guide>
        <p15:guide id="6" pos="6336">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able">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D8C74DBB-978B-8EA5-44E6-3AF3F58B7003}"/>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45028" b="67254"/>
          <a:stretch>
            <a:fillRect/>
          </a:stretch>
        </p:blipFill>
        <p:spPr>
          <a:xfrm>
            <a:off x="0" y="4612248"/>
            <a:ext cx="3769950" cy="2245753"/>
          </a:xfrm>
          <a:custGeom>
            <a:avLst/>
            <a:gdLst>
              <a:gd name="connsiteX0" fmla="*/ 0 w 3769950"/>
              <a:gd name="connsiteY0" fmla="*/ 0 h 2245753"/>
              <a:gd name="connsiteX1" fmla="*/ 3769950 w 3769950"/>
              <a:gd name="connsiteY1" fmla="*/ 0 h 2245753"/>
              <a:gd name="connsiteX2" fmla="*/ 3769950 w 3769950"/>
              <a:gd name="connsiteY2" fmla="*/ 2245753 h 2245753"/>
              <a:gd name="connsiteX3" fmla="*/ 0 w 3769950"/>
              <a:gd name="connsiteY3" fmla="*/ 2245753 h 2245753"/>
            </a:gdLst>
            <a:ahLst/>
            <a:cxnLst>
              <a:cxn ang="0">
                <a:pos x="connsiteX0" y="connsiteY0"/>
              </a:cxn>
              <a:cxn ang="0">
                <a:pos x="connsiteX1" y="connsiteY1"/>
              </a:cxn>
              <a:cxn ang="0">
                <a:pos x="connsiteX2" y="connsiteY2"/>
              </a:cxn>
              <a:cxn ang="0">
                <a:pos x="connsiteX3" y="connsiteY3"/>
              </a:cxn>
            </a:cxnLst>
            <a:rect l="l" t="t" r="r" b="b"/>
            <a:pathLst>
              <a:path w="3769950" h="2245753">
                <a:moveTo>
                  <a:pt x="0" y="0"/>
                </a:moveTo>
                <a:lnTo>
                  <a:pt x="3769950" y="0"/>
                </a:lnTo>
                <a:lnTo>
                  <a:pt x="3769950" y="2245753"/>
                </a:lnTo>
                <a:lnTo>
                  <a:pt x="0" y="2245753"/>
                </a:lnTo>
                <a:close/>
              </a:path>
            </a:pathLst>
          </a:custGeom>
        </p:spPr>
      </p:pic>
      <p:pic>
        <p:nvPicPr>
          <p:cNvPr id="4" name="Graphic 3">
            <a:extLst>
              <a:ext uri="{FF2B5EF4-FFF2-40B4-BE49-F238E27FC236}">
                <a16:creationId xmlns:a16="http://schemas.microsoft.com/office/drawing/2014/main" id="{F7D965D3-2ED5-0347-F848-6C2A1D36AEB9}"/>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55513" b="14154"/>
          <a:stretch>
            <a:fillRect/>
          </a:stretch>
        </p:blipFill>
        <p:spPr>
          <a:xfrm>
            <a:off x="9141088" y="970666"/>
            <a:ext cx="3050912" cy="5887335"/>
          </a:xfrm>
          <a:custGeom>
            <a:avLst/>
            <a:gdLst>
              <a:gd name="connsiteX0" fmla="*/ 0 w 3050912"/>
              <a:gd name="connsiteY0" fmla="*/ 0 h 5887335"/>
              <a:gd name="connsiteX1" fmla="*/ 3050912 w 3050912"/>
              <a:gd name="connsiteY1" fmla="*/ 0 h 5887335"/>
              <a:gd name="connsiteX2" fmla="*/ 3050912 w 3050912"/>
              <a:gd name="connsiteY2" fmla="*/ 5887335 h 5887335"/>
              <a:gd name="connsiteX3" fmla="*/ 0 w 3050912"/>
              <a:gd name="connsiteY3" fmla="*/ 5887335 h 5887335"/>
            </a:gdLst>
            <a:ahLst/>
            <a:cxnLst>
              <a:cxn ang="0">
                <a:pos x="connsiteX0" y="connsiteY0"/>
              </a:cxn>
              <a:cxn ang="0">
                <a:pos x="connsiteX1" y="connsiteY1"/>
              </a:cxn>
              <a:cxn ang="0">
                <a:pos x="connsiteX2" y="connsiteY2"/>
              </a:cxn>
              <a:cxn ang="0">
                <a:pos x="connsiteX3" y="connsiteY3"/>
              </a:cxn>
            </a:cxnLst>
            <a:rect l="l" t="t" r="r" b="b"/>
            <a:pathLst>
              <a:path w="3050912" h="5887335">
                <a:moveTo>
                  <a:pt x="0" y="0"/>
                </a:moveTo>
                <a:lnTo>
                  <a:pt x="3050912" y="0"/>
                </a:lnTo>
                <a:lnTo>
                  <a:pt x="3050912" y="5887335"/>
                </a:lnTo>
                <a:lnTo>
                  <a:pt x="0" y="5887335"/>
                </a:lnTo>
                <a:close/>
              </a:path>
            </a:pathLst>
          </a:custGeom>
        </p:spPr>
      </p:pic>
      <p:sp>
        <p:nvSpPr>
          <p:cNvPr id="20" name="Title 1">
            <a:extLst>
              <a:ext uri="{FF2B5EF4-FFF2-40B4-BE49-F238E27FC236}">
                <a16:creationId xmlns:a16="http://schemas.microsoft.com/office/drawing/2014/main" id="{1CBEC63C-AA69-807D-2A93-BC45B1BDF641}"/>
              </a:ext>
            </a:extLst>
          </p:cNvPr>
          <p:cNvSpPr>
            <a:spLocks noGrp="1"/>
          </p:cNvSpPr>
          <p:nvPr>
            <p:ph type="title"/>
          </p:nvPr>
        </p:nvSpPr>
        <p:spPr>
          <a:xfrm>
            <a:off x="811184" y="621973"/>
            <a:ext cx="7309086" cy="1828800"/>
          </a:xfrm>
        </p:spPr>
        <p:txBody>
          <a:bodyPr lIns="0" tIns="0" rIns="0" bIns="0">
            <a:noAutofit/>
          </a:bodyPr>
          <a:lstStyle/>
          <a:p>
            <a:r>
              <a:rPr lang="en-US"/>
              <a:t>Click to edit Master title style</a:t>
            </a:r>
            <a:endParaRPr lang="en-US" dirty="0"/>
          </a:p>
        </p:txBody>
      </p:sp>
      <p:sp>
        <p:nvSpPr>
          <p:cNvPr id="5" name="Table Placeholder 4">
            <a:extLst>
              <a:ext uri="{FF2B5EF4-FFF2-40B4-BE49-F238E27FC236}">
                <a16:creationId xmlns:a16="http://schemas.microsoft.com/office/drawing/2014/main" id="{3E0C7AAD-1535-12DC-133E-2253BF501721}"/>
              </a:ext>
            </a:extLst>
          </p:cNvPr>
          <p:cNvSpPr>
            <a:spLocks noGrp="1"/>
          </p:cNvSpPr>
          <p:nvPr>
            <p:ph type="tbl" sz="quarter" idx="12" hasCustomPrompt="1"/>
          </p:nvPr>
        </p:nvSpPr>
        <p:spPr>
          <a:xfrm>
            <a:off x="811183" y="2757488"/>
            <a:ext cx="10548967" cy="3399964"/>
          </a:xfrm>
        </p:spPr>
        <p:txBody>
          <a:bodyPr/>
          <a:lstStyle/>
          <a:p>
            <a:r>
              <a:rPr lang="en-US" dirty="0"/>
              <a:t>Click icon to insert table</a:t>
            </a:r>
          </a:p>
        </p:txBody>
      </p:sp>
      <p:sp>
        <p:nvSpPr>
          <p:cNvPr id="7" name="Footer Placeholder 6">
            <a:extLst>
              <a:ext uri="{FF2B5EF4-FFF2-40B4-BE49-F238E27FC236}">
                <a16:creationId xmlns:a16="http://schemas.microsoft.com/office/drawing/2014/main" id="{C36FD22D-E552-7707-178A-C415B32A8553}"/>
              </a:ext>
            </a:extLst>
          </p:cNvPr>
          <p:cNvSpPr>
            <a:spLocks noGrp="1"/>
          </p:cNvSpPr>
          <p:nvPr>
            <p:ph type="ftr" sz="quarter" idx="10"/>
          </p:nvPr>
        </p:nvSpPr>
        <p:spPr/>
        <p:txBody>
          <a:bodyPr/>
          <a:lstStyle/>
          <a:p>
            <a:endParaRPr lang="en-US"/>
          </a:p>
        </p:txBody>
      </p:sp>
      <p:sp>
        <p:nvSpPr>
          <p:cNvPr id="8" name="Slide Number Placeholder 7">
            <a:extLst>
              <a:ext uri="{FF2B5EF4-FFF2-40B4-BE49-F238E27FC236}">
                <a16:creationId xmlns:a16="http://schemas.microsoft.com/office/drawing/2014/main" id="{DCF2C4E6-14A3-F03B-CAE2-C92DC19E79C7}"/>
              </a:ext>
            </a:extLst>
          </p:cNvPr>
          <p:cNvSpPr>
            <a:spLocks noGrp="1"/>
          </p:cNvSpPr>
          <p:nvPr>
            <p:ph type="sldNum" sz="quarter" idx="11"/>
          </p:nvPr>
        </p:nvSpPr>
        <p:spPr/>
        <p:txBody>
          <a:bodyPr/>
          <a:lstStyle/>
          <a:p>
            <a:fld id="{184942F2-8A38-4501-8F65-F07DBF30C995}" type="slidenum">
              <a:rPr lang="en-US" smtClean="0"/>
              <a:t>‹#›</a:t>
            </a:fld>
            <a:endParaRPr lang="en-US"/>
          </a:p>
        </p:txBody>
      </p:sp>
    </p:spTree>
    <p:extLst>
      <p:ext uri="{BB962C8B-B14F-4D97-AF65-F5344CB8AC3E}">
        <p14:creationId xmlns:p14="http://schemas.microsoft.com/office/powerpoint/2010/main" val="1841548544"/>
      </p:ext>
    </p:extLst>
  </p:cSld>
  <p:clrMapOvr>
    <a:masterClrMapping/>
  </p:clrMapOvr>
  <p:extLst>
    <p:ext uri="{DCECCB84-F9BA-43D5-87BE-67443E8EF086}">
      <p15:sldGuideLst xmlns:p15="http://schemas.microsoft.com/office/powerpoint/2012/main">
        <p15:guide id="1" pos="3840">
          <p15:clr>
            <a:srgbClr val="FBAE40"/>
          </p15:clr>
        </p15:guide>
        <p15:guide id="2" orient="horz" pos="1008">
          <p15:clr>
            <a:srgbClr val="FBAE40"/>
          </p15:clr>
        </p15:guide>
        <p15:guide id="3" orient="horz" pos="1560">
          <p15:clr>
            <a:srgbClr val="FBAE40"/>
          </p15:clr>
        </p15:guide>
        <p15:guide id="4" pos="312">
          <p15:clr>
            <a:srgbClr val="FBAE40"/>
          </p15:clr>
        </p15:guide>
        <p15:guide id="5" pos="816">
          <p15:clr>
            <a:srgbClr val="FBAE40"/>
          </p15:clr>
        </p15:guide>
        <p15:guide id="6" pos="6336">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48AC6985-AA41-BCAE-CEDF-E736D973B5FF}"/>
              </a:ext>
            </a:extLst>
          </p:cNvPr>
          <p:cNvSpPr>
            <a:spLocks noGrp="1"/>
          </p:cNvSpPr>
          <p:nvPr>
            <p:ph type="ctrTitle"/>
          </p:nvPr>
        </p:nvSpPr>
        <p:spPr>
          <a:xfrm>
            <a:off x="811184" y="612647"/>
            <a:ext cx="10002589" cy="3657600"/>
          </a:xfrm>
        </p:spPr>
        <p:txBody>
          <a:bodyPr lIns="0" tIns="0" rIns="0" bIns="0" anchor="b">
            <a:noAutofit/>
          </a:bodyPr>
          <a:lstStyle>
            <a:lvl1pPr marL="0" algn="l">
              <a:lnSpc>
                <a:spcPct val="90000"/>
              </a:lnSpc>
              <a:spcBef>
                <a:spcPts val="0"/>
              </a:spcBef>
              <a:spcAft>
                <a:spcPts val="0"/>
              </a:spcAft>
              <a:defRPr sz="7000"/>
            </a:lvl1pPr>
          </a:lstStyle>
          <a:p>
            <a:r>
              <a:rPr lang="en-US"/>
              <a:t>Click to edit Master title style</a:t>
            </a:r>
            <a:endParaRPr lang="en-US" dirty="0"/>
          </a:p>
        </p:txBody>
      </p:sp>
      <p:sp>
        <p:nvSpPr>
          <p:cNvPr id="19" name="Subtitle 2">
            <a:extLst>
              <a:ext uri="{FF2B5EF4-FFF2-40B4-BE49-F238E27FC236}">
                <a16:creationId xmlns:a16="http://schemas.microsoft.com/office/drawing/2014/main" id="{A7B85660-94E4-85D1-95CA-415513A0355F}"/>
              </a:ext>
            </a:extLst>
          </p:cNvPr>
          <p:cNvSpPr>
            <a:spLocks noGrp="1"/>
          </p:cNvSpPr>
          <p:nvPr>
            <p:ph type="subTitle" idx="1" hasCustomPrompt="1"/>
          </p:nvPr>
        </p:nvSpPr>
        <p:spPr>
          <a:xfrm>
            <a:off x="811185" y="4724033"/>
            <a:ext cx="7000972" cy="1709423"/>
          </a:xfrm>
        </p:spPr>
        <p:txBody>
          <a:bodyPr lIns="0" tIns="0" rIns="0" bIns="0">
            <a:noAutofit/>
          </a:bodyPr>
          <a:lstStyle>
            <a:lvl1pPr marL="0" indent="0" algn="l">
              <a:buNone/>
              <a:defRPr sz="2400" b="1" i="0">
                <a:solidFill>
                  <a:schemeClr val="accent4"/>
                </a:solidFill>
                <a:latin typeface="+mj-lt"/>
                <a:cs typeface="Arial Black"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grpSp>
        <p:nvGrpSpPr>
          <p:cNvPr id="2" name="Group 1">
            <a:extLst>
              <a:ext uri="{FF2B5EF4-FFF2-40B4-BE49-F238E27FC236}">
                <a16:creationId xmlns:a16="http://schemas.microsoft.com/office/drawing/2014/main" id="{1DCAF5C0-1B51-02B5-924D-230575353A0B}"/>
              </a:ext>
              <a:ext uri="{C183D7F6-B498-43B3-948B-1728B52AA6E4}">
                <adec:decorative xmlns:adec="http://schemas.microsoft.com/office/drawing/2017/decorative" val="1"/>
              </a:ext>
            </a:extLst>
          </p:cNvPr>
          <p:cNvGrpSpPr/>
          <p:nvPr/>
        </p:nvGrpSpPr>
        <p:grpSpPr>
          <a:xfrm rot="10800000">
            <a:off x="9829617" y="4724034"/>
            <a:ext cx="2133966" cy="2133966"/>
            <a:chOff x="9654699" y="2229295"/>
            <a:chExt cx="2133966" cy="2133966"/>
          </a:xfrm>
        </p:grpSpPr>
        <p:sp>
          <p:nvSpPr>
            <p:cNvPr id="3" name="Freeform 11">
              <a:extLst>
                <a:ext uri="{FF2B5EF4-FFF2-40B4-BE49-F238E27FC236}">
                  <a16:creationId xmlns:a16="http://schemas.microsoft.com/office/drawing/2014/main" id="{41AAE8D5-8E6A-7CBE-9018-DD8F3493D049}"/>
                </a:ext>
              </a:extLst>
            </p:cNvPr>
            <p:cNvSpPr/>
            <p:nvPr/>
          </p:nvSpPr>
          <p:spPr>
            <a:xfrm>
              <a:off x="9655348" y="3309113"/>
              <a:ext cx="2132669" cy="1054148"/>
            </a:xfrm>
            <a:custGeom>
              <a:avLst/>
              <a:gdLst>
                <a:gd name="connsiteX0" fmla="*/ 1345382 w 2690764"/>
                <a:gd name="connsiteY0" fmla="*/ 0 h 1330006"/>
                <a:gd name="connsiteX1" fmla="*/ 2684632 w 2690764"/>
                <a:gd name="connsiteY1" fmla="*/ 1208559 h 1330006"/>
                <a:gd name="connsiteX2" fmla="*/ 2690764 w 2690764"/>
                <a:gd name="connsiteY2" fmla="*/ 1330006 h 1330006"/>
                <a:gd name="connsiteX3" fmla="*/ 0 w 2690764"/>
                <a:gd name="connsiteY3" fmla="*/ 1330006 h 1330006"/>
                <a:gd name="connsiteX4" fmla="*/ 6132 w 2690764"/>
                <a:gd name="connsiteY4" fmla="*/ 1208559 h 1330006"/>
                <a:gd name="connsiteX5" fmla="*/ 1345382 w 2690764"/>
                <a:gd name="connsiteY5" fmla="*/ 0 h 1330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90764" h="1330006">
                  <a:moveTo>
                    <a:pt x="1345382" y="0"/>
                  </a:moveTo>
                  <a:cubicBezTo>
                    <a:pt x="2042400" y="0"/>
                    <a:pt x="2615693" y="529729"/>
                    <a:pt x="2684632" y="1208559"/>
                  </a:cubicBezTo>
                  <a:lnTo>
                    <a:pt x="2690764" y="1330006"/>
                  </a:lnTo>
                  <a:lnTo>
                    <a:pt x="0" y="1330006"/>
                  </a:lnTo>
                  <a:lnTo>
                    <a:pt x="6132" y="1208559"/>
                  </a:lnTo>
                  <a:cubicBezTo>
                    <a:pt x="75071" y="529729"/>
                    <a:pt x="648364" y="0"/>
                    <a:pt x="134538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reeform 12">
              <a:extLst>
                <a:ext uri="{FF2B5EF4-FFF2-40B4-BE49-F238E27FC236}">
                  <a16:creationId xmlns:a16="http://schemas.microsoft.com/office/drawing/2014/main" id="{C694532E-B147-38A2-55EE-24483385016A}"/>
                </a:ext>
              </a:extLst>
            </p:cNvPr>
            <p:cNvSpPr/>
            <p:nvPr/>
          </p:nvSpPr>
          <p:spPr>
            <a:xfrm>
              <a:off x="9654699" y="2229295"/>
              <a:ext cx="2133966" cy="1079818"/>
            </a:xfrm>
            <a:custGeom>
              <a:avLst/>
              <a:gdLst>
                <a:gd name="connsiteX0" fmla="*/ 818 w 2692400"/>
                <a:gd name="connsiteY0" fmla="*/ 0 h 1362394"/>
                <a:gd name="connsiteX1" fmla="*/ 2691582 w 2692400"/>
                <a:gd name="connsiteY1" fmla="*/ 0 h 1362394"/>
                <a:gd name="connsiteX2" fmla="*/ 2692400 w 2692400"/>
                <a:gd name="connsiteY2" fmla="*/ 16194 h 1362394"/>
                <a:gd name="connsiteX3" fmla="*/ 1346200 w 2692400"/>
                <a:gd name="connsiteY3" fmla="*/ 1362394 h 1362394"/>
                <a:gd name="connsiteX4" fmla="*/ 0 w 2692400"/>
                <a:gd name="connsiteY4" fmla="*/ 16194 h 1362394"/>
                <a:gd name="connsiteX5" fmla="*/ 818 w 2692400"/>
                <a:gd name="connsiteY5" fmla="*/ 0 h 1362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92400" h="1362394">
                  <a:moveTo>
                    <a:pt x="818" y="0"/>
                  </a:moveTo>
                  <a:lnTo>
                    <a:pt x="2691582" y="0"/>
                  </a:lnTo>
                  <a:lnTo>
                    <a:pt x="2692400" y="16194"/>
                  </a:lnTo>
                  <a:cubicBezTo>
                    <a:pt x="2692400" y="759680"/>
                    <a:pt x="2089686" y="1362394"/>
                    <a:pt x="1346200" y="1362394"/>
                  </a:cubicBezTo>
                  <a:cubicBezTo>
                    <a:pt x="602714" y="1362394"/>
                    <a:pt x="0" y="759680"/>
                    <a:pt x="0" y="16194"/>
                  </a:cubicBezTo>
                  <a:lnTo>
                    <a:pt x="818"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pic>
        <p:nvPicPr>
          <p:cNvPr id="5" name="Graphic 4">
            <a:extLst>
              <a:ext uri="{FF2B5EF4-FFF2-40B4-BE49-F238E27FC236}">
                <a16:creationId xmlns:a16="http://schemas.microsoft.com/office/drawing/2014/main" id="{114B3BE5-2D39-542C-00BB-A940C568E438}"/>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57983" r="47282"/>
          <a:stretch/>
        </p:blipFill>
        <p:spPr>
          <a:xfrm>
            <a:off x="8576607" y="0"/>
            <a:ext cx="3615393" cy="2881530"/>
          </a:xfrm>
          <a:custGeom>
            <a:avLst/>
            <a:gdLst>
              <a:gd name="connsiteX0" fmla="*/ 0 w 4474331"/>
              <a:gd name="connsiteY0" fmla="*/ 0 h 3231221"/>
              <a:gd name="connsiteX1" fmla="*/ 4474331 w 4474331"/>
              <a:gd name="connsiteY1" fmla="*/ 0 h 3231221"/>
              <a:gd name="connsiteX2" fmla="*/ 4474331 w 4474331"/>
              <a:gd name="connsiteY2" fmla="*/ 3231221 h 3231221"/>
              <a:gd name="connsiteX3" fmla="*/ 0 w 4474331"/>
              <a:gd name="connsiteY3" fmla="*/ 3231221 h 3231221"/>
            </a:gdLst>
            <a:ahLst/>
            <a:cxnLst>
              <a:cxn ang="0">
                <a:pos x="connsiteX0" y="connsiteY0"/>
              </a:cxn>
              <a:cxn ang="0">
                <a:pos x="connsiteX1" y="connsiteY1"/>
              </a:cxn>
              <a:cxn ang="0">
                <a:pos x="connsiteX2" y="connsiteY2"/>
              </a:cxn>
              <a:cxn ang="0">
                <a:pos x="connsiteX3" y="connsiteY3"/>
              </a:cxn>
            </a:cxnLst>
            <a:rect l="l" t="t" r="r" b="b"/>
            <a:pathLst>
              <a:path w="4474331" h="3231221">
                <a:moveTo>
                  <a:pt x="0" y="0"/>
                </a:moveTo>
                <a:lnTo>
                  <a:pt x="4474331" y="0"/>
                </a:lnTo>
                <a:lnTo>
                  <a:pt x="4474331" y="3231221"/>
                </a:lnTo>
                <a:lnTo>
                  <a:pt x="0" y="3231221"/>
                </a:lnTo>
                <a:close/>
              </a:path>
            </a:pathLst>
          </a:custGeom>
        </p:spPr>
      </p:pic>
    </p:spTree>
    <p:extLst>
      <p:ext uri="{BB962C8B-B14F-4D97-AF65-F5344CB8AC3E}">
        <p14:creationId xmlns:p14="http://schemas.microsoft.com/office/powerpoint/2010/main" val="41636387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A3254"/>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4660D4-B0ED-42D9-BC6D-AF4F1F9CB6C0}"/>
              </a:ext>
            </a:extLst>
          </p:cNvPr>
          <p:cNvSpPr>
            <a:spLocks noGrp="1"/>
          </p:cNvSpPr>
          <p:nvPr>
            <p:ph type="title"/>
          </p:nvPr>
        </p:nvSpPr>
        <p:spPr>
          <a:xfrm>
            <a:off x="811185" y="621973"/>
            <a:ext cx="10569630" cy="1068715"/>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4C607AE-E8B7-4C3B-A6DA-04289E2F0A45}"/>
              </a:ext>
            </a:extLst>
          </p:cNvPr>
          <p:cNvSpPr>
            <a:spLocks noGrp="1"/>
          </p:cNvSpPr>
          <p:nvPr>
            <p:ph type="body" idx="1"/>
          </p:nvPr>
        </p:nvSpPr>
        <p:spPr>
          <a:xfrm>
            <a:off x="811185" y="1825625"/>
            <a:ext cx="1056963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F2D0B54-5D87-4D1B-9C6E-5A7B87C833A0}"/>
              </a:ext>
            </a:extLst>
          </p:cNvPr>
          <p:cNvSpPr>
            <a:spLocks noGrp="1"/>
          </p:cNvSpPr>
          <p:nvPr>
            <p:ph type="ftr" sz="quarter" idx="3"/>
          </p:nvPr>
        </p:nvSpPr>
        <p:spPr>
          <a:xfrm>
            <a:off x="811185" y="6356350"/>
            <a:ext cx="4411509" cy="365125"/>
          </a:xfrm>
          <a:prstGeom prst="rect">
            <a:avLst/>
          </a:prstGeom>
        </p:spPr>
        <p:txBody>
          <a:bodyPr vert="horz" lIns="0" tIns="0" rIns="0" bIns="0" rtlCol="0" anchor="ctr">
            <a:noAutofit/>
          </a:bodyPr>
          <a:lstStyle>
            <a:lvl1pPr algn="l">
              <a:defRPr sz="1200" b="0" i="0" spc="50" baseline="0">
                <a:solidFill>
                  <a:schemeClr val="bg1"/>
                </a:solidFill>
                <a:latin typeface="+mn-lt"/>
                <a:cs typeface="Arial" panose="020B0604020202020204" pitchFamily="34" charset="0"/>
              </a:defRPr>
            </a:lvl1pPr>
          </a:lstStyle>
          <a:p>
            <a:r>
              <a:rPr lang="en-US"/>
              <a:t>PRESENTATION TITLE</a:t>
            </a:r>
            <a:endParaRPr lang="en-US" dirty="0"/>
          </a:p>
        </p:txBody>
      </p:sp>
      <p:sp>
        <p:nvSpPr>
          <p:cNvPr id="6" name="Slide Number Placeholder 5">
            <a:extLst>
              <a:ext uri="{FF2B5EF4-FFF2-40B4-BE49-F238E27FC236}">
                <a16:creationId xmlns:a16="http://schemas.microsoft.com/office/drawing/2014/main" id="{C5CADFFD-0FF7-4DDC-8879-918576F63EA6}"/>
              </a:ext>
            </a:extLst>
          </p:cNvPr>
          <p:cNvSpPr>
            <a:spLocks noGrp="1"/>
          </p:cNvSpPr>
          <p:nvPr>
            <p:ph type="sldNum" sz="quarter" idx="4"/>
          </p:nvPr>
        </p:nvSpPr>
        <p:spPr>
          <a:xfrm>
            <a:off x="8637615" y="6356350"/>
            <a:ext cx="2743200" cy="365125"/>
          </a:xfrm>
          <a:prstGeom prst="rect">
            <a:avLst/>
          </a:prstGeom>
        </p:spPr>
        <p:txBody>
          <a:bodyPr vert="horz" lIns="0" tIns="0" rIns="0" bIns="0" rtlCol="0" anchor="ctr">
            <a:noAutofit/>
          </a:bodyPr>
          <a:lstStyle>
            <a:lvl1pPr algn="r">
              <a:defRPr sz="1200" b="1" i="0" spc="50" baseline="0">
                <a:solidFill>
                  <a:schemeClr val="bg1"/>
                </a:solidFill>
                <a:latin typeface="+mn-lt"/>
                <a:cs typeface="Arial Black" panose="020B0604020202020204" pitchFamily="34" charset="0"/>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144964058"/>
      </p:ext>
    </p:extLst>
  </p:cSld>
  <p:clrMap bg1="lt1" tx1="dk1" bg2="lt2" tx2="dk2" accent1="accent1" accent2="accent2" accent3="accent3" accent4="accent4" accent5="accent5" accent6="accent6" hlink="hlink" folHlink="folHlink"/>
  <p:sldLayoutIdLst>
    <p:sldLayoutId id="2147483824" r:id="rId1"/>
    <p:sldLayoutId id="2147483825" r:id="rId2"/>
    <p:sldLayoutId id="2147483826" r:id="rId3"/>
    <p:sldLayoutId id="2147483827" r:id="rId4"/>
    <p:sldLayoutId id="2147483828" r:id="rId5"/>
    <p:sldLayoutId id="2147483829" r:id="rId6"/>
    <p:sldLayoutId id="2147483830" r:id="rId7"/>
    <p:sldLayoutId id="2147483831" r:id="rId8"/>
    <p:sldLayoutId id="2147483832" r:id="rId9"/>
    <p:sldLayoutId id="2147483833" r:id="rId10"/>
    <p:sldLayoutId id="2147483834" r:id="rId11"/>
    <p:sldLayoutId id="2147483835" r:id="rId12"/>
    <p:sldLayoutId id="2147483836" r:id="rId13"/>
  </p:sldLayoutIdLst>
  <p:hf sldNum="0" hdr="0" ftr="0" dt="0"/>
  <p:txStyles>
    <p:titleStyle>
      <a:lvl1pPr algn="l" defTabSz="914400" rtl="0" eaLnBrk="1" latinLnBrk="0" hangingPunct="1">
        <a:lnSpc>
          <a:spcPct val="90000"/>
        </a:lnSpc>
        <a:spcBef>
          <a:spcPct val="0"/>
        </a:spcBef>
        <a:buNone/>
        <a:defRPr sz="4000" b="1" i="0" kern="1200" spc="100" baseline="0">
          <a:solidFill>
            <a:schemeClr val="bg1"/>
          </a:solidFill>
          <a:latin typeface="+mj-lt"/>
          <a:ea typeface="+mj-ea"/>
          <a:cs typeface="Arial Black"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bg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0A3254"/>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4660D4-B0ED-42D9-BC6D-AF4F1F9CB6C0}"/>
              </a:ext>
            </a:extLst>
          </p:cNvPr>
          <p:cNvSpPr>
            <a:spLocks noGrp="1"/>
          </p:cNvSpPr>
          <p:nvPr>
            <p:ph type="title"/>
          </p:nvPr>
        </p:nvSpPr>
        <p:spPr>
          <a:xfrm>
            <a:off x="811185" y="621973"/>
            <a:ext cx="10569630" cy="1068715"/>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4C607AE-E8B7-4C3B-A6DA-04289E2F0A45}"/>
              </a:ext>
            </a:extLst>
          </p:cNvPr>
          <p:cNvSpPr>
            <a:spLocks noGrp="1"/>
          </p:cNvSpPr>
          <p:nvPr>
            <p:ph type="body" idx="1"/>
          </p:nvPr>
        </p:nvSpPr>
        <p:spPr>
          <a:xfrm>
            <a:off x="811185" y="1825625"/>
            <a:ext cx="1056963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F2D0B54-5D87-4D1B-9C6E-5A7B87C833A0}"/>
              </a:ext>
            </a:extLst>
          </p:cNvPr>
          <p:cNvSpPr>
            <a:spLocks noGrp="1"/>
          </p:cNvSpPr>
          <p:nvPr>
            <p:ph type="ftr" sz="quarter" idx="3"/>
          </p:nvPr>
        </p:nvSpPr>
        <p:spPr>
          <a:xfrm>
            <a:off x="811185" y="6356350"/>
            <a:ext cx="4411509" cy="365125"/>
          </a:xfrm>
          <a:prstGeom prst="rect">
            <a:avLst/>
          </a:prstGeom>
        </p:spPr>
        <p:txBody>
          <a:bodyPr vert="horz" lIns="0" tIns="0" rIns="0" bIns="0" rtlCol="0" anchor="ctr">
            <a:noAutofit/>
          </a:bodyPr>
          <a:lstStyle>
            <a:lvl1pPr algn="l">
              <a:defRPr sz="1200" b="0" i="0" spc="50" baseline="0">
                <a:solidFill>
                  <a:schemeClr val="bg1"/>
                </a:solidFill>
                <a:latin typeface="+mn-lt"/>
                <a:cs typeface="Arial" panose="020B0604020202020204" pitchFamily="34" charset="0"/>
              </a:defRPr>
            </a:lvl1pPr>
          </a:lstStyle>
          <a:p>
            <a:endParaRPr lang="en-US"/>
          </a:p>
        </p:txBody>
      </p:sp>
      <p:sp>
        <p:nvSpPr>
          <p:cNvPr id="6" name="Slide Number Placeholder 5">
            <a:extLst>
              <a:ext uri="{FF2B5EF4-FFF2-40B4-BE49-F238E27FC236}">
                <a16:creationId xmlns:a16="http://schemas.microsoft.com/office/drawing/2014/main" id="{C5CADFFD-0FF7-4DDC-8879-918576F63EA6}"/>
              </a:ext>
            </a:extLst>
          </p:cNvPr>
          <p:cNvSpPr>
            <a:spLocks noGrp="1"/>
          </p:cNvSpPr>
          <p:nvPr>
            <p:ph type="sldNum" sz="quarter" idx="4"/>
          </p:nvPr>
        </p:nvSpPr>
        <p:spPr>
          <a:xfrm>
            <a:off x="8637615" y="6356350"/>
            <a:ext cx="2743200" cy="365125"/>
          </a:xfrm>
          <a:prstGeom prst="rect">
            <a:avLst/>
          </a:prstGeom>
        </p:spPr>
        <p:txBody>
          <a:bodyPr vert="horz" lIns="0" tIns="0" rIns="0" bIns="0" rtlCol="0" anchor="ctr">
            <a:noAutofit/>
          </a:bodyPr>
          <a:lstStyle>
            <a:lvl1pPr algn="r">
              <a:defRPr sz="1200" b="1" i="0" spc="50" baseline="0">
                <a:solidFill>
                  <a:schemeClr val="bg1"/>
                </a:solidFill>
                <a:latin typeface="+mn-lt"/>
                <a:cs typeface="Arial Black" panose="020B0604020202020204" pitchFamily="34" charset="0"/>
              </a:defRPr>
            </a:lvl1pPr>
          </a:lstStyle>
          <a:p>
            <a:fld id="{184942F2-8A38-4501-8F65-F07DBF30C995}" type="slidenum">
              <a:rPr lang="en-US" smtClean="0"/>
              <a:t>‹#›</a:t>
            </a:fld>
            <a:endParaRPr lang="en-US"/>
          </a:p>
        </p:txBody>
      </p:sp>
    </p:spTree>
    <p:extLst>
      <p:ext uri="{BB962C8B-B14F-4D97-AF65-F5344CB8AC3E}">
        <p14:creationId xmlns:p14="http://schemas.microsoft.com/office/powerpoint/2010/main" val="3896993524"/>
      </p:ext>
    </p:extLst>
  </p:cSld>
  <p:clrMap bg1="lt1" tx1="dk1" bg2="lt2" tx2="dk2" accent1="accent1" accent2="accent2" accent3="accent3" accent4="accent4" accent5="accent5" accent6="accent6" hlink="hlink" folHlink="folHlink"/>
  <p:sldLayoutIdLst>
    <p:sldLayoutId id="2147483838" r:id="rId1"/>
    <p:sldLayoutId id="2147483839" r:id="rId2"/>
    <p:sldLayoutId id="2147483840" r:id="rId3"/>
    <p:sldLayoutId id="2147483841" r:id="rId4"/>
    <p:sldLayoutId id="2147483842" r:id="rId5"/>
    <p:sldLayoutId id="2147483843" r:id="rId6"/>
    <p:sldLayoutId id="2147483844" r:id="rId7"/>
    <p:sldLayoutId id="2147483845" r:id="rId8"/>
    <p:sldLayoutId id="2147483846" r:id="rId9"/>
    <p:sldLayoutId id="2147483847" r:id="rId10"/>
    <p:sldLayoutId id="2147483848" r:id="rId11"/>
    <p:sldLayoutId id="2147483849" r:id="rId12"/>
    <p:sldLayoutId id="2147483850" r:id="rId13"/>
  </p:sldLayoutIdLst>
  <p:txStyles>
    <p:titleStyle>
      <a:lvl1pPr algn="l" defTabSz="914400" rtl="0" eaLnBrk="1" latinLnBrk="0" hangingPunct="1">
        <a:lnSpc>
          <a:spcPct val="90000"/>
        </a:lnSpc>
        <a:spcBef>
          <a:spcPct val="0"/>
        </a:spcBef>
        <a:buNone/>
        <a:defRPr sz="4000" b="1" i="0" kern="1200" spc="100" baseline="0">
          <a:solidFill>
            <a:schemeClr val="bg1"/>
          </a:solidFill>
          <a:latin typeface="+mj-lt"/>
          <a:ea typeface="+mj-ea"/>
          <a:cs typeface="Arial Black"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bg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8" Type="http://schemas.openxmlformats.org/officeDocument/2006/relationships/hyperlink" Target="https://www.flickr.com/photos/nadap_usnavy/8609141689" TargetMode="External"/><Relationship Id="rId3" Type="http://schemas.openxmlformats.org/officeDocument/2006/relationships/image" Target="../media/image15.jpeg"/><Relationship Id="rId7" Type="http://schemas.openxmlformats.org/officeDocument/2006/relationships/image" Target="../media/image18.jpeg"/><Relationship Id="rId12" Type="http://schemas.openxmlformats.org/officeDocument/2006/relationships/hyperlink" Target="https://www.pexels.com/photo/person-writing-on-a-planner-4968703/" TargetMode="External"/><Relationship Id="rId2" Type="http://schemas.openxmlformats.org/officeDocument/2006/relationships/notesSlide" Target="../notesSlides/notesSlide5.xml"/><Relationship Id="rId1" Type="http://schemas.openxmlformats.org/officeDocument/2006/relationships/slideLayout" Target="../slideLayouts/slideLayout10.xml"/><Relationship Id="rId6" Type="http://schemas.openxmlformats.org/officeDocument/2006/relationships/hyperlink" Target="https://pxhere.com/en/photo/778474" TargetMode="External"/><Relationship Id="rId11" Type="http://schemas.openxmlformats.org/officeDocument/2006/relationships/image" Target="../media/image20.jpeg"/><Relationship Id="rId5" Type="http://schemas.openxmlformats.org/officeDocument/2006/relationships/image" Target="../media/image17.jpeg"/><Relationship Id="rId10" Type="http://schemas.openxmlformats.org/officeDocument/2006/relationships/hyperlink" Target="https://www.rte.ie/brainstorm/2020/1022/1173198-how-music-helps-us-relax/" TargetMode="External"/><Relationship Id="rId4" Type="http://schemas.openxmlformats.org/officeDocument/2006/relationships/image" Target="../media/image16.jpeg"/><Relationship Id="rId9" Type="http://schemas.openxmlformats.org/officeDocument/2006/relationships/image" Target="../media/image19.jpeg"/></Relationships>
</file>

<file path=ppt/slides/_rels/slide6.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4.xml"/><Relationship Id="rId1" Type="http://schemas.openxmlformats.org/officeDocument/2006/relationships/slideLayout" Target="../slideLayouts/slideLayout23.xml"/><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5.xml"/><Relationship Id="rId1" Type="http://schemas.openxmlformats.org/officeDocument/2006/relationships/slideLayout" Target="../slideLayouts/slideLayout22.xml"/></Relationships>
</file>

<file path=ppt/slides/_rels/slide16.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Layout" Target="../slideLayouts/slideLayout23.xml"/><Relationship Id="rId4" Type="http://schemas.openxmlformats.org/officeDocument/2006/relationships/image" Target="../media/image29.jpeg"/></Relationships>
</file>

<file path=ppt/slides/_rels/slide19.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8.xml"/><Relationship Id="rId1" Type="http://schemas.openxmlformats.org/officeDocument/2006/relationships/slideLayout" Target="../slideLayouts/slideLayout19.xml"/><Relationship Id="rId5" Type="http://schemas.microsoft.com/office/2007/relationships/hdphoto" Target="../media/hdphoto1.wdp"/><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20.xml"/><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21.xml"/><Relationship Id="rId1" Type="http://schemas.openxmlformats.org/officeDocument/2006/relationships/slideLayout" Target="../slideLayouts/slideLayout25.xml"/><Relationship Id="rId5" Type="http://schemas.openxmlformats.org/officeDocument/2006/relationships/image" Target="../media/image36.jpeg"/><Relationship Id="rId4" Type="http://schemas.openxmlformats.org/officeDocument/2006/relationships/image" Target="../media/image35.png"/></Relationships>
</file>

<file path=ppt/slides/_rels/slide23.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22.xml"/><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315D2-7F57-AF2A-38D7-558098789073}"/>
              </a:ext>
            </a:extLst>
          </p:cNvPr>
          <p:cNvSpPr>
            <a:spLocks noGrp="1"/>
          </p:cNvSpPr>
          <p:nvPr>
            <p:ph type="title"/>
          </p:nvPr>
        </p:nvSpPr>
        <p:spPr>
          <a:xfrm>
            <a:off x="691911" y="2315715"/>
            <a:ext cx="8961119" cy="2226570"/>
          </a:xfrm>
        </p:spPr>
        <p:txBody>
          <a:bodyPr/>
          <a:lstStyle/>
          <a:p>
            <a:r>
              <a:rPr lang="en-US" sz="8000" dirty="0"/>
              <a:t>TRANSITIONING TO COLLEGE LIFE</a:t>
            </a:r>
          </a:p>
        </p:txBody>
      </p:sp>
      <p:sp>
        <p:nvSpPr>
          <p:cNvPr id="5" name="Title 1">
            <a:extLst>
              <a:ext uri="{FF2B5EF4-FFF2-40B4-BE49-F238E27FC236}">
                <a16:creationId xmlns:a16="http://schemas.microsoft.com/office/drawing/2014/main" id="{3EF4F50D-EF92-52BD-E839-28B30DD0BD09}"/>
              </a:ext>
            </a:extLst>
          </p:cNvPr>
          <p:cNvSpPr txBox="1">
            <a:spLocks/>
          </p:cNvSpPr>
          <p:nvPr/>
        </p:nvSpPr>
        <p:spPr>
          <a:xfrm>
            <a:off x="691913" y="5785556"/>
            <a:ext cx="8961120" cy="923154"/>
          </a:xfrm>
          <a:prstGeom prst="rect">
            <a:avLst/>
          </a:prstGeom>
        </p:spPr>
        <p:txBody>
          <a:bodyPr vert="horz" lIns="0" tIns="0" rIns="0" bIns="0" rtlCol="0" anchor="ctr">
            <a:noAutofit/>
          </a:bodyPr>
          <a:lstStyle>
            <a:lvl1pPr marL="0" algn="l" defTabSz="914400" rtl="0" eaLnBrk="1" latinLnBrk="0" hangingPunct="1">
              <a:lnSpc>
                <a:spcPct val="80000"/>
              </a:lnSpc>
              <a:spcBef>
                <a:spcPts val="0"/>
              </a:spcBef>
              <a:spcAft>
                <a:spcPts val="0"/>
              </a:spcAft>
              <a:buNone/>
              <a:defRPr sz="7000" b="1" i="0" kern="1200" spc="100" baseline="0">
                <a:solidFill>
                  <a:schemeClr val="bg1"/>
                </a:solidFill>
                <a:latin typeface="+mj-lt"/>
                <a:ea typeface="+mj-ea"/>
                <a:cs typeface="Arial Black" panose="020B0604020202020204" pitchFamily="34" charset="0"/>
              </a:defRPr>
            </a:lvl1pPr>
          </a:lstStyle>
          <a:p>
            <a:r>
              <a:rPr lang="en-US" sz="4400" dirty="0"/>
              <a:t>Chapter 2</a:t>
            </a:r>
          </a:p>
        </p:txBody>
      </p:sp>
    </p:spTree>
    <p:extLst>
      <p:ext uri="{BB962C8B-B14F-4D97-AF65-F5344CB8AC3E}">
        <p14:creationId xmlns:p14="http://schemas.microsoft.com/office/powerpoint/2010/main" val="34149294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2ABBA-2E6D-E7DD-AC67-58D1FCB3F346}"/>
              </a:ext>
            </a:extLst>
          </p:cNvPr>
          <p:cNvSpPr>
            <a:spLocks noGrp="1"/>
          </p:cNvSpPr>
          <p:nvPr>
            <p:ph type="title"/>
          </p:nvPr>
        </p:nvSpPr>
        <p:spPr>
          <a:xfrm>
            <a:off x="587250" y="286071"/>
            <a:ext cx="8164864" cy="1828800"/>
          </a:xfrm>
        </p:spPr>
        <p:txBody>
          <a:bodyPr/>
          <a:lstStyle/>
          <a:p>
            <a:r>
              <a:rPr lang="en-US" sz="6600" dirty="0">
                <a:latin typeface="Segoe UI"/>
              </a:rPr>
              <a:t>CHAPTER OBJECTIVES</a:t>
            </a:r>
          </a:p>
        </p:txBody>
      </p:sp>
      <p:sp>
        <p:nvSpPr>
          <p:cNvPr id="5" name="Text Placeholder 4">
            <a:extLst>
              <a:ext uri="{FF2B5EF4-FFF2-40B4-BE49-F238E27FC236}">
                <a16:creationId xmlns:a16="http://schemas.microsoft.com/office/drawing/2014/main" id="{59401105-5841-28D0-D6C0-3E1A46648BFE}"/>
              </a:ext>
            </a:extLst>
          </p:cNvPr>
          <p:cNvSpPr>
            <a:spLocks noGrp="1"/>
          </p:cNvSpPr>
          <p:nvPr>
            <p:ph sz="quarter" idx="14"/>
          </p:nvPr>
        </p:nvSpPr>
        <p:spPr>
          <a:xfrm>
            <a:off x="587250" y="2596137"/>
            <a:ext cx="9099361" cy="2288722"/>
          </a:xfrm>
        </p:spPr>
        <p:txBody>
          <a:bodyPr vert="horz" lIns="0" tIns="45720" rIns="91440" bIns="45720" rtlCol="0" anchor="t">
            <a:noAutofit/>
          </a:bodyPr>
          <a:lstStyle/>
          <a:p>
            <a:r>
              <a:rPr lang="en-US" sz="2000" dirty="0">
                <a:cs typeface="Arial"/>
              </a:rPr>
              <a:t>Recognize the difference between the high school and college experience.</a:t>
            </a:r>
          </a:p>
          <a:p>
            <a:endParaRPr lang="en-US" sz="2000" dirty="0">
              <a:cs typeface="Arial"/>
            </a:endParaRPr>
          </a:p>
          <a:p>
            <a:r>
              <a:rPr lang="en-US" sz="2000" dirty="0">
                <a:cs typeface="Arial"/>
              </a:rPr>
              <a:t>List strategies for a satisfying and successful transition to the university setting.</a:t>
            </a:r>
          </a:p>
          <a:p>
            <a:endParaRPr lang="en-US" sz="2000" dirty="0">
              <a:cs typeface="Arial"/>
            </a:endParaRPr>
          </a:p>
          <a:p>
            <a:r>
              <a:rPr lang="en-US" sz="2000" dirty="0">
                <a:cs typeface="Arial"/>
              </a:rPr>
              <a:t>Determine your learning style.</a:t>
            </a:r>
          </a:p>
          <a:p>
            <a:endParaRPr lang="en-US" sz="2000" dirty="0">
              <a:cs typeface="Arial"/>
            </a:endParaRPr>
          </a:p>
          <a:p>
            <a:r>
              <a:rPr lang="en-US" sz="2000" dirty="0">
                <a:cs typeface="Arial"/>
              </a:rPr>
              <a:t>Demonstrate effective study and test-taking skills.</a:t>
            </a:r>
          </a:p>
          <a:p>
            <a:endParaRPr lang="en-US" sz="2000" dirty="0">
              <a:cs typeface="Arial"/>
            </a:endParaRPr>
          </a:p>
          <a:p>
            <a:r>
              <a:rPr lang="en-US" sz="2000" dirty="0">
                <a:cs typeface="Arial"/>
              </a:rPr>
              <a:t>Define and demonstrate critical thinking skills. </a:t>
            </a:r>
            <a:endParaRPr lang="en-US" sz="2000" dirty="0"/>
          </a:p>
          <a:p>
            <a:endParaRPr lang="en-US" dirty="0"/>
          </a:p>
        </p:txBody>
      </p:sp>
    </p:spTree>
    <p:extLst>
      <p:ext uri="{BB962C8B-B14F-4D97-AF65-F5344CB8AC3E}">
        <p14:creationId xmlns:p14="http://schemas.microsoft.com/office/powerpoint/2010/main" val="42948661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6FA43-637B-EF8D-3849-CFD9352B9105}"/>
              </a:ext>
            </a:extLst>
          </p:cNvPr>
          <p:cNvSpPr>
            <a:spLocks noGrp="1"/>
          </p:cNvSpPr>
          <p:nvPr>
            <p:ph type="title"/>
          </p:nvPr>
        </p:nvSpPr>
        <p:spPr>
          <a:xfrm>
            <a:off x="648735" y="343210"/>
            <a:ext cx="7989194" cy="1828800"/>
          </a:xfrm>
        </p:spPr>
        <p:txBody>
          <a:bodyPr anchor="ctr"/>
          <a:lstStyle/>
          <a:p>
            <a:r>
              <a:rPr lang="en-US" cap="all" dirty="0"/>
              <a:t>Let’s Reflect…</a:t>
            </a:r>
          </a:p>
        </p:txBody>
      </p:sp>
      <p:pic>
        <p:nvPicPr>
          <p:cNvPr id="12" name="Picture Placeholder 11">
            <a:extLst>
              <a:ext uri="{FF2B5EF4-FFF2-40B4-BE49-F238E27FC236}">
                <a16:creationId xmlns:a16="http://schemas.microsoft.com/office/drawing/2014/main" id="{305341A4-1B00-C8F4-5862-79A826C75023}"/>
              </a:ext>
            </a:extLst>
          </p:cNvPr>
          <p:cNvPicPr>
            <a:picLocks noGrp="1" noChangeAspect="1"/>
          </p:cNvPicPr>
          <p:nvPr>
            <p:ph type="pic" sz="quarter" idx="15"/>
          </p:nvPr>
        </p:nvPicPr>
        <p:blipFill>
          <a:blip r:embed="rId3" cstate="screen">
            <a:extLst>
              <a:ext uri="{28A0092B-C50C-407E-A947-70E740481C1C}">
                <a14:useLocalDpi xmlns:a14="http://schemas.microsoft.com/office/drawing/2010/main"/>
              </a:ext>
            </a:extLst>
          </a:blip>
          <a:stretch>
            <a:fillRect/>
          </a:stretch>
        </p:blipFill>
        <p:spPr>
          <a:xfrm>
            <a:off x="7439238" y="3429000"/>
            <a:ext cx="4317334" cy="3236149"/>
          </a:xfrm>
          <a:ln>
            <a:noFill/>
          </a:ln>
        </p:spPr>
      </p:pic>
      <p:sp>
        <p:nvSpPr>
          <p:cNvPr id="3" name="Title 3">
            <a:extLst>
              <a:ext uri="{FF2B5EF4-FFF2-40B4-BE49-F238E27FC236}">
                <a16:creationId xmlns:a16="http://schemas.microsoft.com/office/drawing/2014/main" id="{B1818B56-19AD-4603-A8CB-295BC4A2EEE7}"/>
              </a:ext>
            </a:extLst>
          </p:cNvPr>
          <p:cNvSpPr>
            <a:spLocks noGrp="1"/>
          </p:cNvSpPr>
          <p:nvPr/>
        </p:nvSpPr>
        <p:spPr>
          <a:xfrm>
            <a:off x="648735" y="2276863"/>
            <a:ext cx="6400800" cy="1828800"/>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sz="4000" b="1" i="0" kern="1200" spc="100" baseline="0">
                <a:solidFill>
                  <a:schemeClr val="bg1"/>
                </a:solidFill>
                <a:latin typeface="+mj-lt"/>
                <a:ea typeface="+mj-ea"/>
                <a:cs typeface="Arial Black" panose="020B0604020202020204" pitchFamily="34" charset="0"/>
              </a:defRPr>
            </a:lvl1pPr>
          </a:lstStyle>
          <a:p>
            <a:r>
              <a:rPr lang="en-US" b="0" dirty="0">
                <a:latin typeface="Segoe UI"/>
              </a:rPr>
              <a:t>Starting college can be a scary and anxious experience. What were some of the fear you had (or still have) about college life? </a:t>
            </a:r>
          </a:p>
        </p:txBody>
      </p:sp>
    </p:spTree>
    <p:extLst>
      <p:ext uri="{BB962C8B-B14F-4D97-AF65-F5344CB8AC3E}">
        <p14:creationId xmlns:p14="http://schemas.microsoft.com/office/powerpoint/2010/main" val="11982219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C90817E-5D17-45A5-8335-4C95D1C2A28C}"/>
              </a:ext>
            </a:extLst>
          </p:cNvPr>
          <p:cNvSpPr>
            <a:spLocks noGrp="1"/>
          </p:cNvSpPr>
          <p:nvPr>
            <p:ph type="title"/>
          </p:nvPr>
        </p:nvSpPr>
        <p:spPr>
          <a:xfrm>
            <a:off x="326810" y="435361"/>
            <a:ext cx="5533632" cy="1801793"/>
          </a:xfrm>
        </p:spPr>
        <p:txBody>
          <a:bodyPr/>
          <a:lstStyle/>
          <a:p>
            <a:r>
              <a:rPr lang="en-US" dirty="0"/>
              <a:t>What freshmen fear the most…</a:t>
            </a:r>
          </a:p>
        </p:txBody>
      </p:sp>
      <p:sp>
        <p:nvSpPr>
          <p:cNvPr id="11" name="Text Placeholder 10">
            <a:extLst>
              <a:ext uri="{FF2B5EF4-FFF2-40B4-BE49-F238E27FC236}">
                <a16:creationId xmlns:a16="http://schemas.microsoft.com/office/drawing/2014/main" id="{1130C8D7-5054-B89C-FA2C-E2638FFEA6AB}"/>
              </a:ext>
            </a:extLst>
          </p:cNvPr>
          <p:cNvSpPr>
            <a:spLocks noGrp="1"/>
          </p:cNvSpPr>
          <p:nvPr>
            <p:ph sz="quarter" idx="26"/>
          </p:nvPr>
        </p:nvSpPr>
        <p:spPr>
          <a:xfrm>
            <a:off x="402273" y="2237154"/>
            <a:ext cx="5382707" cy="3147392"/>
          </a:xfrm>
        </p:spPr>
        <p:txBody>
          <a:bodyPr/>
          <a:lstStyle/>
          <a:p>
            <a:pPr marL="342900" indent="-342900">
              <a:buFont typeface="+mj-lt"/>
              <a:buAutoNum type="arabicPeriod"/>
            </a:pPr>
            <a:r>
              <a:rPr lang="en-US" sz="2400" dirty="0"/>
              <a:t>Am I smart enough?</a:t>
            </a:r>
          </a:p>
          <a:p>
            <a:pPr marL="342900" indent="-342900">
              <a:buFont typeface="+mj-lt"/>
              <a:buAutoNum type="arabicPeriod"/>
            </a:pPr>
            <a:r>
              <a:rPr lang="en-US" sz="2400" dirty="0"/>
              <a:t>Will my roommate be weird?</a:t>
            </a:r>
          </a:p>
          <a:p>
            <a:pPr marL="342900" indent="-342900">
              <a:buFont typeface="+mj-lt"/>
              <a:buAutoNum type="arabicPeriod"/>
            </a:pPr>
            <a:r>
              <a:rPr lang="en-US" sz="2400" dirty="0"/>
              <a:t>Will I make friends?</a:t>
            </a:r>
          </a:p>
          <a:p>
            <a:pPr marL="342900" indent="-342900">
              <a:buFont typeface="+mj-lt"/>
              <a:buAutoNum type="arabicPeriod"/>
            </a:pPr>
            <a:r>
              <a:rPr lang="en-US" sz="2400" dirty="0"/>
              <a:t>What do I do when I get home-sick?</a:t>
            </a:r>
          </a:p>
          <a:p>
            <a:pPr marL="342900" indent="-342900">
              <a:buFont typeface="+mj-lt"/>
              <a:buAutoNum type="arabicPeriod"/>
            </a:pPr>
            <a:r>
              <a:rPr lang="en-US" sz="2400" dirty="0"/>
              <a:t>Will I be safe on-campus/in Ruston?</a:t>
            </a:r>
          </a:p>
          <a:p>
            <a:pPr marL="342900" indent="-342900">
              <a:buFont typeface="+mj-lt"/>
              <a:buAutoNum type="arabicPeriod"/>
            </a:pPr>
            <a:r>
              <a:rPr lang="en-US" sz="2400" dirty="0"/>
              <a:t>Will I have enough money?</a:t>
            </a:r>
          </a:p>
          <a:p>
            <a:pPr marL="342900" indent="-342900">
              <a:buFont typeface="+mj-lt"/>
              <a:buAutoNum type="arabicPeriod"/>
            </a:pPr>
            <a:r>
              <a:rPr lang="en-US" sz="2400" dirty="0"/>
              <a:t>How do I balance school/jobs/organizations and other commitments. </a:t>
            </a:r>
          </a:p>
        </p:txBody>
      </p:sp>
      <p:pic>
        <p:nvPicPr>
          <p:cNvPr id="5" name="Picture 4">
            <a:extLst>
              <a:ext uri="{FF2B5EF4-FFF2-40B4-BE49-F238E27FC236}">
                <a16:creationId xmlns:a16="http://schemas.microsoft.com/office/drawing/2014/main" id="{FA597DAF-B8B3-46AF-9B2F-EAB62B16322E}"/>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504495" y="786384"/>
            <a:ext cx="5285232" cy="5285232"/>
          </a:xfrm>
          <a:prstGeom prst="rect">
            <a:avLst/>
          </a:prstGeom>
        </p:spPr>
      </p:pic>
    </p:spTree>
    <p:extLst>
      <p:ext uri="{BB962C8B-B14F-4D97-AF65-F5344CB8AC3E}">
        <p14:creationId xmlns:p14="http://schemas.microsoft.com/office/powerpoint/2010/main" val="41834216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18FDDE5-B054-438E-AD2E-EBDB54066653}"/>
              </a:ext>
            </a:extLst>
          </p:cNvPr>
          <p:cNvSpPr>
            <a:spLocks noGrp="1"/>
          </p:cNvSpPr>
          <p:nvPr>
            <p:ph type="title"/>
          </p:nvPr>
        </p:nvSpPr>
        <p:spPr>
          <a:xfrm>
            <a:off x="3542083" y="2749313"/>
            <a:ext cx="5107836" cy="1145428"/>
          </a:xfrm>
        </p:spPr>
        <p:txBody>
          <a:bodyPr/>
          <a:lstStyle/>
          <a:p>
            <a:pPr algn="ctr"/>
            <a:r>
              <a:rPr lang="en-US" sz="5400" dirty="0"/>
              <a:t>Taking Care of YOU</a:t>
            </a:r>
          </a:p>
        </p:txBody>
      </p:sp>
      <p:pic>
        <p:nvPicPr>
          <p:cNvPr id="9" name="Picture Placeholder 11" descr="Men holding a large object on a hand truck&#10;&#10;Description automatically generated">
            <a:extLst>
              <a:ext uri="{FF2B5EF4-FFF2-40B4-BE49-F238E27FC236}">
                <a16:creationId xmlns:a16="http://schemas.microsoft.com/office/drawing/2014/main" id="{41FDF126-6E50-49EF-B326-093AF0CD3772}"/>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603054" y="3547799"/>
            <a:ext cx="2743200" cy="2743200"/>
          </a:xfrm>
          <a:custGeom>
            <a:avLst/>
            <a:gdLst>
              <a:gd name="connsiteX0" fmla="*/ 1728295 w 3456590"/>
              <a:gd name="connsiteY0" fmla="*/ 0 h 3456590"/>
              <a:gd name="connsiteX1" fmla="*/ 3456590 w 3456590"/>
              <a:gd name="connsiteY1" fmla="*/ 1728295 h 3456590"/>
              <a:gd name="connsiteX2" fmla="*/ 1728295 w 3456590"/>
              <a:gd name="connsiteY2" fmla="*/ 3456590 h 3456590"/>
              <a:gd name="connsiteX3" fmla="*/ 0 w 3456590"/>
              <a:gd name="connsiteY3" fmla="*/ 1728295 h 3456590"/>
              <a:gd name="connsiteX4" fmla="*/ 1728295 w 3456590"/>
              <a:gd name="connsiteY4" fmla="*/ 0 h 3456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6590" h="3456590">
                <a:moveTo>
                  <a:pt x="1728295" y="0"/>
                </a:moveTo>
                <a:cubicBezTo>
                  <a:pt x="2682806" y="0"/>
                  <a:pt x="3456590" y="773784"/>
                  <a:pt x="3456590" y="1728295"/>
                </a:cubicBezTo>
                <a:cubicBezTo>
                  <a:pt x="3456590" y="2682806"/>
                  <a:pt x="2682806" y="3456590"/>
                  <a:pt x="1728295" y="3456590"/>
                </a:cubicBezTo>
                <a:cubicBezTo>
                  <a:pt x="773784" y="3456590"/>
                  <a:pt x="0" y="2682806"/>
                  <a:pt x="0" y="1728295"/>
                </a:cubicBezTo>
                <a:cubicBezTo>
                  <a:pt x="0" y="773784"/>
                  <a:pt x="773784" y="0"/>
                  <a:pt x="1728295" y="0"/>
                </a:cubicBezTo>
                <a:close/>
              </a:path>
            </a:pathLst>
          </a:custGeom>
        </p:spPr>
      </p:pic>
      <p:pic>
        <p:nvPicPr>
          <p:cNvPr id="10" name="Picture Placeholder 11">
            <a:extLst>
              <a:ext uri="{FF2B5EF4-FFF2-40B4-BE49-F238E27FC236}">
                <a16:creationId xmlns:a16="http://schemas.microsoft.com/office/drawing/2014/main" id="{E7FC5122-4494-4283-BCAB-2AA7D2F44209}"/>
              </a:ext>
            </a:extLst>
          </p:cNvPr>
          <p:cNvPicPr>
            <a:picLocks/>
          </p:cNvPicPr>
          <p:nvPr/>
        </p:nvPicPr>
        <p:blipFill>
          <a:blip r:embed="rId4" cstate="screen">
            <a:extLst>
              <a:ext uri="{28A0092B-C50C-407E-A947-70E740481C1C}">
                <a14:useLocalDpi xmlns:a14="http://schemas.microsoft.com/office/drawing/2010/main"/>
              </a:ext>
            </a:extLst>
          </a:blip>
          <a:stretch>
            <a:fillRect/>
          </a:stretch>
        </p:blipFill>
        <p:spPr>
          <a:xfrm>
            <a:off x="4961913" y="208139"/>
            <a:ext cx="2286000" cy="2286000"/>
          </a:xfrm>
          <a:custGeom>
            <a:avLst/>
            <a:gdLst>
              <a:gd name="connsiteX0" fmla="*/ 1728295 w 3456590"/>
              <a:gd name="connsiteY0" fmla="*/ 0 h 3456590"/>
              <a:gd name="connsiteX1" fmla="*/ 3456590 w 3456590"/>
              <a:gd name="connsiteY1" fmla="*/ 1728295 h 3456590"/>
              <a:gd name="connsiteX2" fmla="*/ 1728295 w 3456590"/>
              <a:gd name="connsiteY2" fmla="*/ 3456590 h 3456590"/>
              <a:gd name="connsiteX3" fmla="*/ 0 w 3456590"/>
              <a:gd name="connsiteY3" fmla="*/ 1728295 h 3456590"/>
              <a:gd name="connsiteX4" fmla="*/ 1728295 w 3456590"/>
              <a:gd name="connsiteY4" fmla="*/ 0 h 3456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6590" h="3456590">
                <a:moveTo>
                  <a:pt x="1728295" y="0"/>
                </a:moveTo>
                <a:cubicBezTo>
                  <a:pt x="2682806" y="0"/>
                  <a:pt x="3456590" y="773784"/>
                  <a:pt x="3456590" y="1728295"/>
                </a:cubicBezTo>
                <a:cubicBezTo>
                  <a:pt x="3456590" y="2682806"/>
                  <a:pt x="2682806" y="3456590"/>
                  <a:pt x="1728295" y="3456590"/>
                </a:cubicBezTo>
                <a:cubicBezTo>
                  <a:pt x="773784" y="3456590"/>
                  <a:pt x="0" y="2682806"/>
                  <a:pt x="0" y="1728295"/>
                </a:cubicBezTo>
                <a:cubicBezTo>
                  <a:pt x="0" y="773784"/>
                  <a:pt x="773784" y="0"/>
                  <a:pt x="1728295" y="0"/>
                </a:cubicBezTo>
                <a:close/>
              </a:path>
            </a:pathLst>
          </a:custGeom>
        </p:spPr>
      </p:pic>
      <p:pic>
        <p:nvPicPr>
          <p:cNvPr id="12" name="Picture Placeholder 11">
            <a:extLst>
              <a:ext uri="{FF2B5EF4-FFF2-40B4-BE49-F238E27FC236}">
                <a16:creationId xmlns:a16="http://schemas.microsoft.com/office/drawing/2014/main" id="{83BAD5A1-139E-4785-8137-5AF07F2A211B}"/>
              </a:ext>
            </a:extLst>
          </p:cNvPr>
          <p:cNvPicPr>
            <a:picLocks/>
          </p:cNvPicPr>
          <p:nvPr/>
        </p:nvPicPr>
        <p:blipFill>
          <a:blip r:embed="rId5" cstate="screen">
            <a:extLst>
              <a:ext uri="{28A0092B-C50C-407E-A947-70E740481C1C}">
                <a14:useLocalDpi xmlns:a14="http://schemas.microsoft.com/office/drawing/2010/main"/>
              </a:ext>
              <a:ext uri="{837473B0-CC2E-450A-ABE3-18F120FF3D39}">
                <a1611:picAttrSrcUrl xmlns:a1611="http://schemas.microsoft.com/office/drawing/2016/11/main" r:id="rId6"/>
              </a:ext>
            </a:extLst>
          </a:blip>
          <a:stretch>
            <a:fillRect/>
          </a:stretch>
        </p:blipFill>
        <p:spPr>
          <a:xfrm>
            <a:off x="637848" y="572914"/>
            <a:ext cx="2743200" cy="2743200"/>
          </a:xfrm>
          <a:custGeom>
            <a:avLst/>
            <a:gdLst>
              <a:gd name="connsiteX0" fmla="*/ 1728295 w 3456590"/>
              <a:gd name="connsiteY0" fmla="*/ 0 h 3456590"/>
              <a:gd name="connsiteX1" fmla="*/ 3456590 w 3456590"/>
              <a:gd name="connsiteY1" fmla="*/ 1728295 h 3456590"/>
              <a:gd name="connsiteX2" fmla="*/ 1728295 w 3456590"/>
              <a:gd name="connsiteY2" fmla="*/ 3456590 h 3456590"/>
              <a:gd name="connsiteX3" fmla="*/ 0 w 3456590"/>
              <a:gd name="connsiteY3" fmla="*/ 1728295 h 3456590"/>
              <a:gd name="connsiteX4" fmla="*/ 1728295 w 3456590"/>
              <a:gd name="connsiteY4" fmla="*/ 0 h 3456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6590" h="3456590">
                <a:moveTo>
                  <a:pt x="1728295" y="0"/>
                </a:moveTo>
                <a:cubicBezTo>
                  <a:pt x="2682806" y="0"/>
                  <a:pt x="3456590" y="773784"/>
                  <a:pt x="3456590" y="1728295"/>
                </a:cubicBezTo>
                <a:cubicBezTo>
                  <a:pt x="3456590" y="2682806"/>
                  <a:pt x="2682806" y="3456590"/>
                  <a:pt x="1728295" y="3456590"/>
                </a:cubicBezTo>
                <a:cubicBezTo>
                  <a:pt x="773784" y="3456590"/>
                  <a:pt x="0" y="2682806"/>
                  <a:pt x="0" y="1728295"/>
                </a:cubicBezTo>
                <a:cubicBezTo>
                  <a:pt x="0" y="773784"/>
                  <a:pt x="773784" y="0"/>
                  <a:pt x="1728295" y="0"/>
                </a:cubicBezTo>
                <a:close/>
              </a:path>
            </a:pathLst>
          </a:custGeom>
        </p:spPr>
      </p:pic>
      <p:pic>
        <p:nvPicPr>
          <p:cNvPr id="13" name="Picture Placeholder 11">
            <a:extLst>
              <a:ext uri="{FF2B5EF4-FFF2-40B4-BE49-F238E27FC236}">
                <a16:creationId xmlns:a16="http://schemas.microsoft.com/office/drawing/2014/main" id="{E1A23D96-DF70-44A9-B816-92EA4FFC28E1}"/>
              </a:ext>
            </a:extLst>
          </p:cNvPr>
          <p:cNvPicPr preferRelativeResize="0">
            <a:picLocks/>
          </p:cNvPicPr>
          <p:nvPr/>
        </p:nvPicPr>
        <p:blipFill>
          <a:blip r:embed="rId7" cstate="screen">
            <a:extLst>
              <a:ext uri="{28A0092B-C50C-407E-A947-70E740481C1C}">
                <a14:useLocalDpi xmlns:a14="http://schemas.microsoft.com/office/drawing/2010/main"/>
              </a:ext>
              <a:ext uri="{837473B0-CC2E-450A-ABE3-18F120FF3D39}">
                <a1611:picAttrSrcUrl xmlns:a1611="http://schemas.microsoft.com/office/drawing/2016/11/main" r:id="rId8"/>
              </a:ext>
            </a:extLst>
          </a:blip>
          <a:stretch>
            <a:fillRect/>
          </a:stretch>
        </p:blipFill>
        <p:spPr>
          <a:xfrm>
            <a:off x="4952582" y="4378810"/>
            <a:ext cx="2286000" cy="2286000"/>
          </a:xfrm>
          <a:custGeom>
            <a:avLst/>
            <a:gdLst>
              <a:gd name="connsiteX0" fmla="*/ 1728295 w 3456590"/>
              <a:gd name="connsiteY0" fmla="*/ 0 h 3456590"/>
              <a:gd name="connsiteX1" fmla="*/ 3456590 w 3456590"/>
              <a:gd name="connsiteY1" fmla="*/ 1728295 h 3456590"/>
              <a:gd name="connsiteX2" fmla="*/ 1728295 w 3456590"/>
              <a:gd name="connsiteY2" fmla="*/ 3456590 h 3456590"/>
              <a:gd name="connsiteX3" fmla="*/ 0 w 3456590"/>
              <a:gd name="connsiteY3" fmla="*/ 1728295 h 3456590"/>
              <a:gd name="connsiteX4" fmla="*/ 1728295 w 3456590"/>
              <a:gd name="connsiteY4" fmla="*/ 0 h 3456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6590" h="3456590">
                <a:moveTo>
                  <a:pt x="1728295" y="0"/>
                </a:moveTo>
                <a:cubicBezTo>
                  <a:pt x="2682806" y="0"/>
                  <a:pt x="3456590" y="773784"/>
                  <a:pt x="3456590" y="1728295"/>
                </a:cubicBezTo>
                <a:cubicBezTo>
                  <a:pt x="3456590" y="2682806"/>
                  <a:pt x="2682806" y="3456590"/>
                  <a:pt x="1728295" y="3456590"/>
                </a:cubicBezTo>
                <a:cubicBezTo>
                  <a:pt x="773784" y="3456590"/>
                  <a:pt x="0" y="2682806"/>
                  <a:pt x="0" y="1728295"/>
                </a:cubicBezTo>
                <a:cubicBezTo>
                  <a:pt x="0" y="773784"/>
                  <a:pt x="773784" y="0"/>
                  <a:pt x="1728295" y="0"/>
                </a:cubicBezTo>
                <a:close/>
              </a:path>
            </a:pathLst>
          </a:custGeom>
        </p:spPr>
      </p:pic>
      <p:sp>
        <p:nvSpPr>
          <p:cNvPr id="14" name="Oval 13">
            <a:extLst>
              <a:ext uri="{FF2B5EF4-FFF2-40B4-BE49-F238E27FC236}">
                <a16:creationId xmlns:a16="http://schemas.microsoft.com/office/drawing/2014/main" id="{A4731C11-E568-45D6-B4D2-6EB25D183DFF}"/>
              </a:ext>
            </a:extLst>
          </p:cNvPr>
          <p:cNvSpPr/>
          <p:nvPr/>
        </p:nvSpPr>
        <p:spPr>
          <a:xfrm>
            <a:off x="601290" y="3541886"/>
            <a:ext cx="2743200" cy="2743200"/>
          </a:xfrm>
          <a:prstGeom prst="ellipse">
            <a:avLst/>
          </a:prstGeom>
          <a:solidFill>
            <a:srgbClr val="C00000">
              <a:alpha val="40000"/>
            </a:srgbClr>
          </a:solidFill>
          <a:ln>
            <a:noFill/>
          </a:ln>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latin typeface="Segoe UI"/>
                <a:cs typeface="Arial"/>
              </a:rPr>
              <a:t>Get involved on campus/in the community</a:t>
            </a:r>
          </a:p>
        </p:txBody>
      </p:sp>
      <p:sp>
        <p:nvSpPr>
          <p:cNvPr id="15" name="Oval 14">
            <a:extLst>
              <a:ext uri="{FF2B5EF4-FFF2-40B4-BE49-F238E27FC236}">
                <a16:creationId xmlns:a16="http://schemas.microsoft.com/office/drawing/2014/main" id="{1B0832A8-9D14-4D59-B2C8-F49932B92386}"/>
              </a:ext>
            </a:extLst>
          </p:cNvPr>
          <p:cNvSpPr/>
          <p:nvPr/>
        </p:nvSpPr>
        <p:spPr>
          <a:xfrm>
            <a:off x="633391" y="564865"/>
            <a:ext cx="2743200" cy="2743200"/>
          </a:xfrm>
          <a:prstGeom prst="ellipse">
            <a:avLst/>
          </a:prstGeom>
          <a:solidFill>
            <a:srgbClr val="003087">
              <a:alpha val="40000"/>
            </a:srgbClr>
          </a:solidFill>
          <a:ln>
            <a:noFill/>
          </a:ln>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latin typeface="Segoe UI"/>
                <a:cs typeface="Arial"/>
              </a:rPr>
              <a:t>Homesickness &amp; Loneliness is NORMAL</a:t>
            </a:r>
          </a:p>
        </p:txBody>
      </p:sp>
      <p:sp>
        <p:nvSpPr>
          <p:cNvPr id="16" name="Oval 15">
            <a:extLst>
              <a:ext uri="{FF2B5EF4-FFF2-40B4-BE49-F238E27FC236}">
                <a16:creationId xmlns:a16="http://schemas.microsoft.com/office/drawing/2014/main" id="{CDF69262-AAF1-442C-AA5E-D9A1348BDD4C}"/>
              </a:ext>
            </a:extLst>
          </p:cNvPr>
          <p:cNvSpPr/>
          <p:nvPr/>
        </p:nvSpPr>
        <p:spPr>
          <a:xfrm>
            <a:off x="4953000" y="214709"/>
            <a:ext cx="2286000" cy="2286000"/>
          </a:xfrm>
          <a:prstGeom prst="ellipse">
            <a:avLst/>
          </a:prstGeom>
          <a:solidFill>
            <a:srgbClr val="C00000">
              <a:alpha val="40000"/>
            </a:srgbClr>
          </a:solidFill>
          <a:ln>
            <a:noFill/>
          </a:ln>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latin typeface="Segoe UI"/>
                <a:cs typeface="Arial"/>
              </a:rPr>
              <a:t>Work on your physical health</a:t>
            </a:r>
          </a:p>
        </p:txBody>
      </p:sp>
      <p:sp>
        <p:nvSpPr>
          <p:cNvPr id="17" name="Oval 16">
            <a:extLst>
              <a:ext uri="{FF2B5EF4-FFF2-40B4-BE49-F238E27FC236}">
                <a16:creationId xmlns:a16="http://schemas.microsoft.com/office/drawing/2014/main" id="{53CC73E0-66EA-4400-ABF8-D465FE2D0D3D}"/>
              </a:ext>
            </a:extLst>
          </p:cNvPr>
          <p:cNvSpPr/>
          <p:nvPr/>
        </p:nvSpPr>
        <p:spPr>
          <a:xfrm>
            <a:off x="4953000" y="4385380"/>
            <a:ext cx="2286000" cy="2286000"/>
          </a:xfrm>
          <a:prstGeom prst="ellipse">
            <a:avLst/>
          </a:prstGeom>
          <a:solidFill>
            <a:srgbClr val="003087">
              <a:alpha val="40000"/>
            </a:srgbClr>
          </a:solidFill>
          <a:ln>
            <a:noFill/>
          </a:ln>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latin typeface="Segoe UI"/>
                <a:cs typeface="Arial"/>
              </a:rPr>
              <a:t>Prioritize your sleep</a:t>
            </a:r>
          </a:p>
        </p:txBody>
      </p:sp>
      <p:pic>
        <p:nvPicPr>
          <p:cNvPr id="18" name="Picture Placeholder 11">
            <a:extLst>
              <a:ext uri="{FF2B5EF4-FFF2-40B4-BE49-F238E27FC236}">
                <a16:creationId xmlns:a16="http://schemas.microsoft.com/office/drawing/2014/main" id="{24E65B7D-0D82-42EB-BAE2-0E52CDCEDE2C}"/>
              </a:ext>
            </a:extLst>
          </p:cNvPr>
          <p:cNvPicPr>
            <a:picLocks/>
          </p:cNvPicPr>
          <p:nvPr/>
        </p:nvPicPr>
        <p:blipFill>
          <a:blip r:embed="rId9" cstate="screen">
            <a:extLst>
              <a:ext uri="{28A0092B-C50C-407E-A947-70E740481C1C}">
                <a14:useLocalDpi xmlns:a14="http://schemas.microsoft.com/office/drawing/2010/main"/>
              </a:ext>
              <a:ext uri="{837473B0-CC2E-450A-ABE3-18F120FF3D39}">
                <a1611:picAttrSrcUrl xmlns:a1611="http://schemas.microsoft.com/office/drawing/2016/11/main" r:id="rId10"/>
              </a:ext>
            </a:extLst>
          </a:blip>
          <a:stretch>
            <a:fillRect/>
          </a:stretch>
        </p:blipFill>
        <p:spPr>
          <a:xfrm>
            <a:off x="8810952" y="3549935"/>
            <a:ext cx="2743200" cy="2743200"/>
          </a:xfrm>
          <a:custGeom>
            <a:avLst/>
            <a:gdLst>
              <a:gd name="connsiteX0" fmla="*/ 1728295 w 3456590"/>
              <a:gd name="connsiteY0" fmla="*/ 0 h 3456590"/>
              <a:gd name="connsiteX1" fmla="*/ 3456590 w 3456590"/>
              <a:gd name="connsiteY1" fmla="*/ 1728295 h 3456590"/>
              <a:gd name="connsiteX2" fmla="*/ 1728295 w 3456590"/>
              <a:gd name="connsiteY2" fmla="*/ 3456590 h 3456590"/>
              <a:gd name="connsiteX3" fmla="*/ 0 w 3456590"/>
              <a:gd name="connsiteY3" fmla="*/ 1728295 h 3456590"/>
              <a:gd name="connsiteX4" fmla="*/ 1728295 w 3456590"/>
              <a:gd name="connsiteY4" fmla="*/ 0 h 3456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6590" h="3456590">
                <a:moveTo>
                  <a:pt x="1728295" y="0"/>
                </a:moveTo>
                <a:cubicBezTo>
                  <a:pt x="2682806" y="0"/>
                  <a:pt x="3456590" y="773784"/>
                  <a:pt x="3456590" y="1728295"/>
                </a:cubicBezTo>
                <a:cubicBezTo>
                  <a:pt x="3456590" y="2682806"/>
                  <a:pt x="2682806" y="3456590"/>
                  <a:pt x="1728295" y="3456590"/>
                </a:cubicBezTo>
                <a:cubicBezTo>
                  <a:pt x="773784" y="3456590"/>
                  <a:pt x="0" y="2682806"/>
                  <a:pt x="0" y="1728295"/>
                </a:cubicBezTo>
                <a:cubicBezTo>
                  <a:pt x="0" y="773784"/>
                  <a:pt x="773784" y="0"/>
                  <a:pt x="1728295" y="0"/>
                </a:cubicBezTo>
                <a:close/>
              </a:path>
            </a:pathLst>
          </a:custGeom>
        </p:spPr>
      </p:pic>
      <p:sp>
        <p:nvSpPr>
          <p:cNvPr id="19" name="Oval 18">
            <a:extLst>
              <a:ext uri="{FF2B5EF4-FFF2-40B4-BE49-F238E27FC236}">
                <a16:creationId xmlns:a16="http://schemas.microsoft.com/office/drawing/2014/main" id="{AA1D85F2-758B-483F-BF4F-CF2B8E015631}"/>
              </a:ext>
            </a:extLst>
          </p:cNvPr>
          <p:cNvSpPr/>
          <p:nvPr/>
        </p:nvSpPr>
        <p:spPr>
          <a:xfrm>
            <a:off x="8802413" y="3557985"/>
            <a:ext cx="2743200" cy="2743200"/>
          </a:xfrm>
          <a:prstGeom prst="ellipse">
            <a:avLst/>
          </a:prstGeom>
          <a:solidFill>
            <a:srgbClr val="C00000">
              <a:alpha val="40000"/>
            </a:srgbClr>
          </a:solidFill>
          <a:ln>
            <a:noFill/>
          </a:ln>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latin typeface="Segoe UI"/>
                <a:cs typeface="Arial"/>
              </a:rPr>
              <a:t>Find healthy ways to manage stress</a:t>
            </a:r>
          </a:p>
        </p:txBody>
      </p:sp>
      <p:pic>
        <p:nvPicPr>
          <p:cNvPr id="21" name="Picture Placeholder 11">
            <a:extLst>
              <a:ext uri="{FF2B5EF4-FFF2-40B4-BE49-F238E27FC236}">
                <a16:creationId xmlns:a16="http://schemas.microsoft.com/office/drawing/2014/main" id="{737F0BDB-51BA-40AC-A45F-963F13F87F6E}"/>
              </a:ext>
            </a:extLst>
          </p:cNvPr>
          <p:cNvPicPr>
            <a:picLocks/>
          </p:cNvPicPr>
          <p:nvPr/>
        </p:nvPicPr>
        <p:blipFill>
          <a:blip r:embed="rId11" cstate="screen">
            <a:extLst>
              <a:ext uri="{28A0092B-C50C-407E-A947-70E740481C1C}">
                <a14:useLocalDpi xmlns:a14="http://schemas.microsoft.com/office/drawing/2010/main"/>
              </a:ext>
              <a:ext uri="{837473B0-CC2E-450A-ABE3-18F120FF3D39}">
                <a1611:picAttrSrcUrl xmlns:a1611="http://schemas.microsoft.com/office/drawing/2016/11/main" r:id="rId12"/>
              </a:ext>
            </a:extLst>
          </a:blip>
          <a:stretch>
            <a:fillRect/>
          </a:stretch>
        </p:blipFill>
        <p:spPr>
          <a:xfrm>
            <a:off x="8810952" y="564865"/>
            <a:ext cx="2743200" cy="2743200"/>
          </a:xfrm>
          <a:custGeom>
            <a:avLst/>
            <a:gdLst>
              <a:gd name="connsiteX0" fmla="*/ 1728295 w 3456590"/>
              <a:gd name="connsiteY0" fmla="*/ 0 h 3456590"/>
              <a:gd name="connsiteX1" fmla="*/ 3456590 w 3456590"/>
              <a:gd name="connsiteY1" fmla="*/ 1728295 h 3456590"/>
              <a:gd name="connsiteX2" fmla="*/ 1728295 w 3456590"/>
              <a:gd name="connsiteY2" fmla="*/ 3456590 h 3456590"/>
              <a:gd name="connsiteX3" fmla="*/ 0 w 3456590"/>
              <a:gd name="connsiteY3" fmla="*/ 1728295 h 3456590"/>
              <a:gd name="connsiteX4" fmla="*/ 1728295 w 3456590"/>
              <a:gd name="connsiteY4" fmla="*/ 0 h 3456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6590" h="3456590">
                <a:moveTo>
                  <a:pt x="1728295" y="0"/>
                </a:moveTo>
                <a:cubicBezTo>
                  <a:pt x="2682806" y="0"/>
                  <a:pt x="3456590" y="773784"/>
                  <a:pt x="3456590" y="1728295"/>
                </a:cubicBezTo>
                <a:cubicBezTo>
                  <a:pt x="3456590" y="2682806"/>
                  <a:pt x="2682806" y="3456590"/>
                  <a:pt x="1728295" y="3456590"/>
                </a:cubicBezTo>
                <a:cubicBezTo>
                  <a:pt x="773784" y="3456590"/>
                  <a:pt x="0" y="2682806"/>
                  <a:pt x="0" y="1728295"/>
                </a:cubicBezTo>
                <a:cubicBezTo>
                  <a:pt x="0" y="773784"/>
                  <a:pt x="773784" y="0"/>
                  <a:pt x="1728295" y="0"/>
                </a:cubicBezTo>
                <a:close/>
              </a:path>
            </a:pathLst>
          </a:custGeom>
        </p:spPr>
      </p:pic>
      <p:sp>
        <p:nvSpPr>
          <p:cNvPr id="22" name="Oval 21">
            <a:extLst>
              <a:ext uri="{FF2B5EF4-FFF2-40B4-BE49-F238E27FC236}">
                <a16:creationId xmlns:a16="http://schemas.microsoft.com/office/drawing/2014/main" id="{31358CEF-3BC6-4046-92A4-097F8300F7F5}"/>
              </a:ext>
            </a:extLst>
          </p:cNvPr>
          <p:cNvSpPr/>
          <p:nvPr/>
        </p:nvSpPr>
        <p:spPr>
          <a:xfrm>
            <a:off x="8810952" y="556816"/>
            <a:ext cx="2743200" cy="2743200"/>
          </a:xfrm>
          <a:prstGeom prst="ellipse">
            <a:avLst/>
          </a:prstGeom>
          <a:solidFill>
            <a:srgbClr val="003087">
              <a:alpha val="40000"/>
            </a:srgbClr>
          </a:solidFill>
          <a:ln>
            <a:noFill/>
          </a:ln>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latin typeface="Segoe UI"/>
                <a:cs typeface="Arial"/>
              </a:rPr>
              <a:t>Stay organized</a:t>
            </a:r>
          </a:p>
        </p:txBody>
      </p:sp>
    </p:spTree>
    <p:extLst>
      <p:ext uri="{BB962C8B-B14F-4D97-AF65-F5344CB8AC3E}">
        <p14:creationId xmlns:p14="http://schemas.microsoft.com/office/powerpoint/2010/main" val="2529415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anim calcmode="lin" valueType="num">
                                      <p:cBhvr additive="base">
                                        <p:cTn id="13" dur="500" fill="hold"/>
                                        <p:tgtEl>
                                          <p:spTgt spid="15"/>
                                        </p:tgtEl>
                                        <p:attrNameLst>
                                          <p:attrName>ppt_x</p:attrName>
                                        </p:attrNameLst>
                                      </p:cBhvr>
                                      <p:tavLst>
                                        <p:tav tm="0">
                                          <p:val>
                                            <p:strVal val="#ppt_x"/>
                                          </p:val>
                                        </p:tav>
                                        <p:tav tm="100000">
                                          <p:val>
                                            <p:strVal val="#ppt_x"/>
                                          </p:val>
                                        </p:tav>
                                      </p:tavLst>
                                    </p:anim>
                                    <p:anim calcmode="lin" valueType="num">
                                      <p:cBhvr additive="base">
                                        <p:cTn id="14"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anim calcmode="lin" valueType="num">
                                      <p:cBhvr additive="base">
                                        <p:cTn id="19" dur="500" fill="hold"/>
                                        <p:tgtEl>
                                          <p:spTgt spid="16"/>
                                        </p:tgtEl>
                                        <p:attrNameLst>
                                          <p:attrName>ppt_x</p:attrName>
                                        </p:attrNameLst>
                                      </p:cBhvr>
                                      <p:tavLst>
                                        <p:tav tm="0">
                                          <p:val>
                                            <p:strVal val="#ppt_x"/>
                                          </p:val>
                                        </p:tav>
                                        <p:tav tm="100000">
                                          <p:val>
                                            <p:strVal val="#ppt_x"/>
                                          </p:val>
                                        </p:tav>
                                      </p:tavLst>
                                    </p:anim>
                                    <p:anim calcmode="lin" valueType="num">
                                      <p:cBhvr additive="base">
                                        <p:cTn id="20"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2"/>
                                        </p:tgtEl>
                                        <p:attrNameLst>
                                          <p:attrName>style.visibility</p:attrName>
                                        </p:attrNameLst>
                                      </p:cBhvr>
                                      <p:to>
                                        <p:strVal val="visible"/>
                                      </p:to>
                                    </p:set>
                                    <p:anim calcmode="lin" valueType="num">
                                      <p:cBhvr additive="base">
                                        <p:cTn id="25" dur="500" fill="hold"/>
                                        <p:tgtEl>
                                          <p:spTgt spid="22"/>
                                        </p:tgtEl>
                                        <p:attrNameLst>
                                          <p:attrName>ppt_x</p:attrName>
                                        </p:attrNameLst>
                                      </p:cBhvr>
                                      <p:tavLst>
                                        <p:tav tm="0">
                                          <p:val>
                                            <p:strVal val="#ppt_x"/>
                                          </p:val>
                                        </p:tav>
                                        <p:tav tm="100000">
                                          <p:val>
                                            <p:strVal val="#ppt_x"/>
                                          </p:val>
                                        </p:tav>
                                      </p:tavLst>
                                    </p:anim>
                                    <p:anim calcmode="lin" valueType="num">
                                      <p:cBhvr additive="base">
                                        <p:cTn id="26"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anim calcmode="lin" valueType="num">
                                      <p:cBhvr additive="base">
                                        <p:cTn id="31" dur="500" fill="hold"/>
                                        <p:tgtEl>
                                          <p:spTgt spid="19"/>
                                        </p:tgtEl>
                                        <p:attrNameLst>
                                          <p:attrName>ppt_x</p:attrName>
                                        </p:attrNameLst>
                                      </p:cBhvr>
                                      <p:tavLst>
                                        <p:tav tm="0">
                                          <p:val>
                                            <p:strVal val="#ppt_x"/>
                                          </p:val>
                                        </p:tav>
                                        <p:tav tm="100000">
                                          <p:val>
                                            <p:strVal val="#ppt_x"/>
                                          </p:val>
                                        </p:tav>
                                      </p:tavLst>
                                    </p:anim>
                                    <p:anim calcmode="lin" valueType="num">
                                      <p:cBhvr additive="base">
                                        <p:cTn id="32"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anim calcmode="lin" valueType="num">
                                      <p:cBhvr additive="base">
                                        <p:cTn id="37" dur="500" fill="hold"/>
                                        <p:tgtEl>
                                          <p:spTgt spid="17"/>
                                        </p:tgtEl>
                                        <p:attrNameLst>
                                          <p:attrName>ppt_x</p:attrName>
                                        </p:attrNameLst>
                                      </p:cBhvr>
                                      <p:tavLst>
                                        <p:tav tm="0">
                                          <p:val>
                                            <p:strVal val="#ppt_x"/>
                                          </p:val>
                                        </p:tav>
                                        <p:tav tm="100000">
                                          <p:val>
                                            <p:strVal val="#ppt_x"/>
                                          </p:val>
                                        </p:tav>
                                      </p:tavLst>
                                    </p:anim>
                                    <p:anim calcmode="lin" valueType="num">
                                      <p:cBhvr additive="base">
                                        <p:cTn id="3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19" grpId="0" animBg="1"/>
      <p:bldP spid="2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A683C-1C1D-412C-932E-331E1570C5B6}"/>
              </a:ext>
            </a:extLst>
          </p:cNvPr>
          <p:cNvSpPr>
            <a:spLocks noGrp="1"/>
          </p:cNvSpPr>
          <p:nvPr>
            <p:ph type="title"/>
          </p:nvPr>
        </p:nvSpPr>
        <p:spPr>
          <a:xfrm>
            <a:off x="3376125" y="507248"/>
            <a:ext cx="7977673" cy="702975"/>
          </a:xfrm>
        </p:spPr>
        <p:txBody>
          <a:bodyPr/>
          <a:lstStyle/>
          <a:p>
            <a:r>
              <a:rPr lang="en-US" sz="5400" dirty="0"/>
              <a:t>Goodbye High School</a:t>
            </a:r>
          </a:p>
        </p:txBody>
      </p:sp>
      <p:sp>
        <p:nvSpPr>
          <p:cNvPr id="3" name="Content Placeholder 2">
            <a:extLst>
              <a:ext uri="{FF2B5EF4-FFF2-40B4-BE49-F238E27FC236}">
                <a16:creationId xmlns:a16="http://schemas.microsoft.com/office/drawing/2014/main" id="{480383FA-FB80-448A-9055-9D4A1D78630A}"/>
              </a:ext>
            </a:extLst>
          </p:cNvPr>
          <p:cNvSpPr>
            <a:spLocks noGrp="1"/>
          </p:cNvSpPr>
          <p:nvPr>
            <p:ph sz="quarter" idx="26"/>
          </p:nvPr>
        </p:nvSpPr>
        <p:spPr>
          <a:xfrm>
            <a:off x="264551" y="2694973"/>
            <a:ext cx="5461221" cy="3024693"/>
          </a:xfrm>
        </p:spPr>
        <p:txBody>
          <a:bodyPr/>
          <a:lstStyle/>
          <a:p>
            <a:r>
              <a:rPr lang="en-US" sz="3600" dirty="0"/>
              <a:t>So far, what has been the biggest difference between your experience in high school, and your time so far at Louisiana Tech?</a:t>
            </a:r>
          </a:p>
        </p:txBody>
      </p:sp>
      <p:pic>
        <p:nvPicPr>
          <p:cNvPr id="12" name="Picture 11">
            <a:extLst>
              <a:ext uri="{FF2B5EF4-FFF2-40B4-BE49-F238E27FC236}">
                <a16:creationId xmlns:a16="http://schemas.microsoft.com/office/drawing/2014/main" id="{865D5200-F846-40CF-B0F6-0351344B2DB4}"/>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6000639" y="2012264"/>
            <a:ext cx="5719980" cy="3918856"/>
          </a:xfrm>
          <a:prstGeom prst="rect">
            <a:avLst/>
          </a:prstGeom>
        </p:spPr>
      </p:pic>
    </p:spTree>
    <p:extLst>
      <p:ext uri="{BB962C8B-B14F-4D97-AF65-F5344CB8AC3E}">
        <p14:creationId xmlns:p14="http://schemas.microsoft.com/office/powerpoint/2010/main" val="36612856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2ABBA-2E6D-E7DD-AC67-58D1FCB3F346}"/>
              </a:ext>
            </a:extLst>
          </p:cNvPr>
          <p:cNvSpPr>
            <a:spLocks noGrp="1"/>
          </p:cNvSpPr>
          <p:nvPr>
            <p:ph type="ctrTitle"/>
          </p:nvPr>
        </p:nvSpPr>
        <p:spPr>
          <a:xfrm>
            <a:off x="408414" y="424544"/>
            <a:ext cx="10002589" cy="707815"/>
          </a:xfrm>
        </p:spPr>
        <p:txBody>
          <a:bodyPr/>
          <a:lstStyle/>
          <a:p>
            <a:r>
              <a:rPr lang="en-US" sz="4400" dirty="0"/>
              <a:t>NAVIGATING THE TRANSITION</a:t>
            </a:r>
          </a:p>
        </p:txBody>
      </p:sp>
      <p:sp>
        <p:nvSpPr>
          <p:cNvPr id="5" name="Text Placeholder 4">
            <a:extLst>
              <a:ext uri="{FF2B5EF4-FFF2-40B4-BE49-F238E27FC236}">
                <a16:creationId xmlns:a16="http://schemas.microsoft.com/office/drawing/2014/main" id="{59401105-5841-28D0-D6C0-3E1A46648BFE}"/>
              </a:ext>
            </a:extLst>
          </p:cNvPr>
          <p:cNvSpPr>
            <a:spLocks noGrp="1"/>
          </p:cNvSpPr>
          <p:nvPr>
            <p:ph type="subTitle" idx="1"/>
          </p:nvPr>
        </p:nvSpPr>
        <p:spPr/>
        <p:txBody>
          <a:bodyPr vert="horz" lIns="0" tIns="45720" rIns="91440" bIns="45720" rtlCol="0" anchor="t">
            <a:noAutofit/>
          </a:bodyPr>
          <a:lstStyle/>
          <a:p>
            <a:pPr marL="342900" indent="-342900">
              <a:buChar char="•"/>
            </a:pPr>
            <a:r>
              <a:rPr lang="en-US" b="1" dirty="0">
                <a:latin typeface="Segoe UI"/>
                <a:cs typeface="Arial"/>
              </a:rPr>
              <a:t>Grow into your autonomy</a:t>
            </a:r>
            <a:endParaRPr lang="en-US" b="1" dirty="0">
              <a:latin typeface="Segoe UI"/>
            </a:endParaRPr>
          </a:p>
          <a:p>
            <a:endParaRPr lang="en-US" sz="2000" dirty="0">
              <a:latin typeface="Segoe UI Light"/>
            </a:endParaRPr>
          </a:p>
        </p:txBody>
      </p:sp>
      <p:sp>
        <p:nvSpPr>
          <p:cNvPr id="3" name="TextBox 2">
            <a:extLst>
              <a:ext uri="{FF2B5EF4-FFF2-40B4-BE49-F238E27FC236}">
                <a16:creationId xmlns:a16="http://schemas.microsoft.com/office/drawing/2014/main" id="{D8FB74A3-D8AA-4DA6-9D2B-C0192BB26820}"/>
              </a:ext>
            </a:extLst>
          </p:cNvPr>
          <p:cNvSpPr txBox="1"/>
          <p:nvPr/>
        </p:nvSpPr>
        <p:spPr>
          <a:xfrm>
            <a:off x="664027" y="2035628"/>
            <a:ext cx="8067989"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solidFill>
                  <a:srgbClr val="FFFFFF"/>
                </a:solidFill>
                <a:latin typeface="Segoe UI Light"/>
              </a:rPr>
              <a:t>With increased independence can come with a newfound sense of freedom as well as more responsibility. Find ways to embrace the autonomy and not trapped by it. </a:t>
            </a:r>
            <a:endParaRPr lang="en-US" dirty="0"/>
          </a:p>
        </p:txBody>
      </p:sp>
      <p:sp>
        <p:nvSpPr>
          <p:cNvPr id="4" name="TextBox 3">
            <a:extLst>
              <a:ext uri="{FF2B5EF4-FFF2-40B4-BE49-F238E27FC236}">
                <a16:creationId xmlns:a16="http://schemas.microsoft.com/office/drawing/2014/main" id="{4ECC7287-29F7-8B6D-72B8-B2F1647848E3}"/>
              </a:ext>
            </a:extLst>
          </p:cNvPr>
          <p:cNvSpPr txBox="1"/>
          <p:nvPr/>
        </p:nvSpPr>
        <p:spPr>
          <a:xfrm>
            <a:off x="653144" y="3701143"/>
            <a:ext cx="8078873"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solidFill>
                  <a:srgbClr val="FFFFFF"/>
                </a:solidFill>
                <a:latin typeface="Segoe UI Light"/>
                <a:cs typeface="Segoe UI Light"/>
              </a:rPr>
              <a:t>The quarter system moves fast. Take time to plan a schedule and stick to it. Get engaged and involved but know your limits and get ready for the first quarter (and freshman year) to FLY by. </a:t>
            </a:r>
          </a:p>
        </p:txBody>
      </p:sp>
      <p:sp>
        <p:nvSpPr>
          <p:cNvPr id="6" name="TextBox 5">
            <a:extLst>
              <a:ext uri="{FF2B5EF4-FFF2-40B4-BE49-F238E27FC236}">
                <a16:creationId xmlns:a16="http://schemas.microsoft.com/office/drawing/2014/main" id="{D0AF7858-FEF3-FF27-8FDB-039E95806945}"/>
              </a:ext>
            </a:extLst>
          </p:cNvPr>
          <p:cNvSpPr txBox="1"/>
          <p:nvPr/>
        </p:nvSpPr>
        <p:spPr>
          <a:xfrm>
            <a:off x="664028" y="5431972"/>
            <a:ext cx="8067988"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solidFill>
                  <a:srgbClr val="FFFFFF"/>
                </a:solidFill>
                <a:latin typeface="Segoe UI Light"/>
              </a:rPr>
              <a:t>How you spend your day is your decision. Parents won’t be waking you up, cleaning your room, or cooking you every meal. Control is yours, be sure to take care of yourself!</a:t>
            </a:r>
          </a:p>
        </p:txBody>
      </p:sp>
      <p:sp>
        <p:nvSpPr>
          <p:cNvPr id="8" name="Text Placeholder 4">
            <a:extLst>
              <a:ext uri="{FF2B5EF4-FFF2-40B4-BE49-F238E27FC236}">
                <a16:creationId xmlns:a16="http://schemas.microsoft.com/office/drawing/2014/main" id="{C4B5C87A-5C78-49F6-1D90-6AE9E0556420}"/>
              </a:ext>
            </a:extLst>
          </p:cNvPr>
          <p:cNvSpPr txBox="1">
            <a:spLocks/>
          </p:cNvSpPr>
          <p:nvPr/>
        </p:nvSpPr>
        <p:spPr>
          <a:xfrm>
            <a:off x="408414" y="3275530"/>
            <a:ext cx="5606144" cy="427266"/>
          </a:xfrm>
          <a:prstGeom prst="rect">
            <a:avLst/>
          </a:prstGeom>
        </p:spPr>
        <p:txBody>
          <a:bodyPr vert="horz" lIns="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en-US" b="1" dirty="0">
                <a:latin typeface="Segoe UI"/>
                <a:cs typeface="Arial"/>
              </a:rPr>
              <a:t>Embrace the pace</a:t>
            </a:r>
            <a:endParaRPr lang="en-US" b="1" dirty="0">
              <a:latin typeface="Segoe UI"/>
            </a:endParaRPr>
          </a:p>
          <a:p>
            <a:endParaRPr lang="en-US" sz="2000" dirty="0">
              <a:latin typeface="Segoe UI Light"/>
            </a:endParaRPr>
          </a:p>
        </p:txBody>
      </p:sp>
      <p:sp>
        <p:nvSpPr>
          <p:cNvPr id="10" name="Text Placeholder 4">
            <a:extLst>
              <a:ext uri="{FF2B5EF4-FFF2-40B4-BE49-F238E27FC236}">
                <a16:creationId xmlns:a16="http://schemas.microsoft.com/office/drawing/2014/main" id="{1FE382D1-35C2-4857-1EA4-9A6C7E325A13}"/>
              </a:ext>
            </a:extLst>
          </p:cNvPr>
          <p:cNvSpPr txBox="1">
            <a:spLocks/>
          </p:cNvSpPr>
          <p:nvPr/>
        </p:nvSpPr>
        <p:spPr>
          <a:xfrm>
            <a:off x="408414" y="5006358"/>
            <a:ext cx="5606144" cy="427266"/>
          </a:xfrm>
          <a:prstGeom prst="rect">
            <a:avLst/>
          </a:prstGeom>
        </p:spPr>
        <p:txBody>
          <a:bodyPr vert="horz" lIns="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en-US" b="1" dirty="0">
                <a:latin typeface="Segoe UI"/>
                <a:cs typeface="Arial"/>
              </a:rPr>
              <a:t>You are the manager</a:t>
            </a:r>
            <a:endParaRPr lang="en-US" b="1" dirty="0">
              <a:latin typeface="Segoe UI"/>
            </a:endParaRPr>
          </a:p>
          <a:p>
            <a:endParaRPr lang="en-US" sz="2000" dirty="0">
              <a:latin typeface="Segoe UI Light"/>
            </a:endParaRPr>
          </a:p>
        </p:txBody>
      </p:sp>
      <p:sp>
        <p:nvSpPr>
          <p:cNvPr id="7" name="Text Placeholder 4">
            <a:extLst>
              <a:ext uri="{FF2B5EF4-FFF2-40B4-BE49-F238E27FC236}">
                <a16:creationId xmlns:a16="http://schemas.microsoft.com/office/drawing/2014/main" id="{700DF033-9520-6805-1FAA-FC4D149774F3}"/>
              </a:ext>
            </a:extLst>
          </p:cNvPr>
          <p:cNvSpPr txBox="1">
            <a:spLocks/>
          </p:cNvSpPr>
          <p:nvPr/>
        </p:nvSpPr>
        <p:spPr>
          <a:xfrm>
            <a:off x="408414" y="1576006"/>
            <a:ext cx="5606144" cy="427266"/>
          </a:xfrm>
          <a:prstGeom prst="rect">
            <a:avLst/>
          </a:prstGeom>
        </p:spPr>
        <p:txBody>
          <a:bodyPr vert="horz" lIns="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en-US" b="1" dirty="0">
                <a:latin typeface="Segoe UI"/>
                <a:cs typeface="Arial"/>
              </a:rPr>
              <a:t>Grow into your autonomy</a:t>
            </a:r>
            <a:endParaRPr lang="en-US" b="1" dirty="0">
              <a:latin typeface="Segoe UI"/>
            </a:endParaRPr>
          </a:p>
          <a:p>
            <a:endParaRPr lang="en-US" sz="2000" dirty="0">
              <a:latin typeface="Segoe UI Light"/>
            </a:endParaRPr>
          </a:p>
        </p:txBody>
      </p:sp>
    </p:spTree>
    <p:extLst>
      <p:ext uri="{BB962C8B-B14F-4D97-AF65-F5344CB8AC3E}">
        <p14:creationId xmlns:p14="http://schemas.microsoft.com/office/powerpoint/2010/main" val="7568894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2ABBA-2E6D-E7DD-AC67-58D1FCB3F346}"/>
              </a:ext>
            </a:extLst>
          </p:cNvPr>
          <p:cNvSpPr>
            <a:spLocks noGrp="1"/>
          </p:cNvSpPr>
          <p:nvPr>
            <p:ph type="title"/>
          </p:nvPr>
        </p:nvSpPr>
        <p:spPr>
          <a:xfrm>
            <a:off x="530215" y="355352"/>
            <a:ext cx="10571734" cy="868378"/>
          </a:xfrm>
        </p:spPr>
        <p:txBody>
          <a:bodyPr/>
          <a:lstStyle/>
          <a:p>
            <a:r>
              <a:rPr lang="en-US" dirty="0"/>
              <a:t>NAVIGATING THE TRANSITION</a:t>
            </a:r>
          </a:p>
        </p:txBody>
      </p:sp>
      <p:sp>
        <p:nvSpPr>
          <p:cNvPr id="3" name="TextBox 2">
            <a:extLst>
              <a:ext uri="{FF2B5EF4-FFF2-40B4-BE49-F238E27FC236}">
                <a16:creationId xmlns:a16="http://schemas.microsoft.com/office/drawing/2014/main" id="{D8FB74A3-D8AA-4DA6-9D2B-C0192BB26820}"/>
              </a:ext>
            </a:extLst>
          </p:cNvPr>
          <p:cNvSpPr txBox="1"/>
          <p:nvPr/>
        </p:nvSpPr>
        <p:spPr>
          <a:xfrm>
            <a:off x="785829" y="1480641"/>
            <a:ext cx="7621548"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solidFill>
                  <a:srgbClr val="FFFFFF"/>
                </a:solidFill>
                <a:latin typeface="Segoe UI Light"/>
              </a:rPr>
              <a:t>While some of your high school friends may be at Tech with you, the reality is you have an opportunity to build and develop many new relationships with roommates, coworkers, classmates, and instructors, advisors, and more across campus. </a:t>
            </a:r>
            <a:endParaRPr lang="en-US" dirty="0"/>
          </a:p>
        </p:txBody>
      </p:sp>
      <p:sp>
        <p:nvSpPr>
          <p:cNvPr id="4" name="TextBox 3">
            <a:extLst>
              <a:ext uri="{FF2B5EF4-FFF2-40B4-BE49-F238E27FC236}">
                <a16:creationId xmlns:a16="http://schemas.microsoft.com/office/drawing/2014/main" id="{4ECC7287-29F7-8B6D-72B8-B2F1647848E3}"/>
              </a:ext>
            </a:extLst>
          </p:cNvPr>
          <p:cNvSpPr txBox="1"/>
          <p:nvPr/>
        </p:nvSpPr>
        <p:spPr>
          <a:xfrm>
            <a:off x="774945" y="3318588"/>
            <a:ext cx="7632431"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solidFill>
                  <a:srgbClr val="FFFFFF"/>
                </a:solidFill>
                <a:latin typeface="Segoe UI Light"/>
                <a:cs typeface="Segoe UI Light"/>
              </a:rPr>
              <a:t>Louisiana Tech is rich in diversity. With students from across the state, the country, and the globe, you will have the chance to meet someway quite different from yourself. Take the time to find someone with a different background and expand your circle. </a:t>
            </a:r>
          </a:p>
        </p:txBody>
      </p:sp>
      <p:sp>
        <p:nvSpPr>
          <p:cNvPr id="6" name="TextBox 5">
            <a:extLst>
              <a:ext uri="{FF2B5EF4-FFF2-40B4-BE49-F238E27FC236}">
                <a16:creationId xmlns:a16="http://schemas.microsoft.com/office/drawing/2014/main" id="{D0AF7858-FEF3-FF27-8FDB-039E95806945}"/>
              </a:ext>
            </a:extLst>
          </p:cNvPr>
          <p:cNvSpPr txBox="1"/>
          <p:nvPr/>
        </p:nvSpPr>
        <p:spPr>
          <a:xfrm>
            <a:off x="785829" y="5238127"/>
            <a:ext cx="7621547"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solidFill>
                  <a:srgbClr val="FFFFFF"/>
                </a:solidFill>
                <a:latin typeface="Segoe UI Light"/>
              </a:rPr>
              <a:t>In the university setting, you will be expected to achieve a higher level of learning by thinking critically. From ensuring you are taking in accurate and reliable information to applying it appropriate, the responsibility is yours. </a:t>
            </a:r>
          </a:p>
        </p:txBody>
      </p:sp>
      <p:sp>
        <p:nvSpPr>
          <p:cNvPr id="8" name="Text Placeholder 4">
            <a:extLst>
              <a:ext uri="{FF2B5EF4-FFF2-40B4-BE49-F238E27FC236}">
                <a16:creationId xmlns:a16="http://schemas.microsoft.com/office/drawing/2014/main" id="{C4B5C87A-5C78-49F6-1D90-6AE9E0556420}"/>
              </a:ext>
            </a:extLst>
          </p:cNvPr>
          <p:cNvSpPr txBox="1">
            <a:spLocks/>
          </p:cNvSpPr>
          <p:nvPr/>
        </p:nvSpPr>
        <p:spPr>
          <a:xfrm>
            <a:off x="530215" y="2892975"/>
            <a:ext cx="5606144" cy="427266"/>
          </a:xfrm>
          <a:prstGeom prst="rect">
            <a:avLst/>
          </a:prstGeom>
        </p:spPr>
        <p:txBody>
          <a:bodyPr vert="horz" lIns="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en-US" b="1" dirty="0">
                <a:latin typeface="Segoe UI"/>
                <a:cs typeface="Arial"/>
              </a:rPr>
              <a:t>Opportunities in cultural diversity</a:t>
            </a:r>
            <a:endParaRPr lang="en-US" b="1" dirty="0">
              <a:latin typeface="Segoe UI"/>
            </a:endParaRPr>
          </a:p>
          <a:p>
            <a:endParaRPr lang="en-US" sz="2000" dirty="0">
              <a:latin typeface="Segoe UI Light"/>
            </a:endParaRPr>
          </a:p>
        </p:txBody>
      </p:sp>
      <p:sp>
        <p:nvSpPr>
          <p:cNvPr id="10" name="Text Placeholder 4">
            <a:extLst>
              <a:ext uri="{FF2B5EF4-FFF2-40B4-BE49-F238E27FC236}">
                <a16:creationId xmlns:a16="http://schemas.microsoft.com/office/drawing/2014/main" id="{1FE382D1-35C2-4857-1EA4-9A6C7E325A13}"/>
              </a:ext>
            </a:extLst>
          </p:cNvPr>
          <p:cNvSpPr txBox="1">
            <a:spLocks/>
          </p:cNvSpPr>
          <p:nvPr/>
        </p:nvSpPr>
        <p:spPr>
          <a:xfrm>
            <a:off x="530215" y="4726444"/>
            <a:ext cx="5606144" cy="427266"/>
          </a:xfrm>
          <a:prstGeom prst="rect">
            <a:avLst/>
          </a:prstGeom>
        </p:spPr>
        <p:txBody>
          <a:bodyPr vert="horz" lIns="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en-US" b="1" dirty="0">
                <a:latin typeface="Segoe UI"/>
                <a:cs typeface="Arial"/>
              </a:rPr>
              <a:t>Become a critical thinker</a:t>
            </a:r>
            <a:endParaRPr lang="en-US" b="1" dirty="0">
              <a:latin typeface="Segoe UI"/>
            </a:endParaRPr>
          </a:p>
          <a:p>
            <a:endParaRPr lang="en-US" sz="2000" dirty="0">
              <a:latin typeface="Segoe UI Light"/>
            </a:endParaRPr>
          </a:p>
        </p:txBody>
      </p:sp>
      <p:sp>
        <p:nvSpPr>
          <p:cNvPr id="12" name="Text Placeholder 4">
            <a:extLst>
              <a:ext uri="{FF2B5EF4-FFF2-40B4-BE49-F238E27FC236}">
                <a16:creationId xmlns:a16="http://schemas.microsoft.com/office/drawing/2014/main" id="{0BD412AD-68AF-48C7-951E-FE87336ED9B4}"/>
              </a:ext>
            </a:extLst>
          </p:cNvPr>
          <p:cNvSpPr txBox="1">
            <a:spLocks/>
          </p:cNvSpPr>
          <p:nvPr/>
        </p:nvSpPr>
        <p:spPr>
          <a:xfrm>
            <a:off x="530215" y="1014800"/>
            <a:ext cx="5606144" cy="427266"/>
          </a:xfrm>
          <a:prstGeom prst="rect">
            <a:avLst/>
          </a:prstGeom>
        </p:spPr>
        <p:txBody>
          <a:bodyPr vert="horz" lIns="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en-US" b="1" dirty="0">
                <a:latin typeface="Segoe UI"/>
                <a:cs typeface="Arial"/>
              </a:rPr>
              <a:t>Building relationships</a:t>
            </a:r>
            <a:endParaRPr lang="en-US" b="1" dirty="0">
              <a:latin typeface="Segoe UI"/>
            </a:endParaRPr>
          </a:p>
          <a:p>
            <a:endParaRPr lang="en-US" sz="2000" dirty="0">
              <a:latin typeface="Segoe UI Light"/>
            </a:endParaRPr>
          </a:p>
        </p:txBody>
      </p:sp>
    </p:spTree>
    <p:extLst>
      <p:ext uri="{BB962C8B-B14F-4D97-AF65-F5344CB8AC3E}">
        <p14:creationId xmlns:p14="http://schemas.microsoft.com/office/powerpoint/2010/main" val="35957990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6FA43-637B-EF8D-3849-CFD9352B9105}"/>
              </a:ext>
            </a:extLst>
          </p:cNvPr>
          <p:cNvSpPr>
            <a:spLocks noGrp="1"/>
          </p:cNvSpPr>
          <p:nvPr>
            <p:ph type="title"/>
          </p:nvPr>
        </p:nvSpPr>
        <p:spPr>
          <a:xfrm>
            <a:off x="326133" y="270588"/>
            <a:ext cx="8799205" cy="1520890"/>
          </a:xfrm>
        </p:spPr>
        <p:txBody>
          <a:bodyPr anchor="b"/>
          <a:lstStyle/>
          <a:p>
            <a:r>
              <a:rPr lang="en-US" dirty="0"/>
              <a:t>10 Steps to Getting Good Grades in College…</a:t>
            </a:r>
          </a:p>
        </p:txBody>
      </p:sp>
      <p:sp>
        <p:nvSpPr>
          <p:cNvPr id="3" name="TextBox 2">
            <a:extLst>
              <a:ext uri="{FF2B5EF4-FFF2-40B4-BE49-F238E27FC236}">
                <a16:creationId xmlns:a16="http://schemas.microsoft.com/office/drawing/2014/main" id="{0682A8FB-963C-4FD9-9649-C1F4EAEAFD55}"/>
              </a:ext>
            </a:extLst>
          </p:cNvPr>
          <p:cNvSpPr txBox="1"/>
          <p:nvPr/>
        </p:nvSpPr>
        <p:spPr>
          <a:xfrm>
            <a:off x="167512" y="1948964"/>
            <a:ext cx="10646667" cy="4909036"/>
          </a:xfrm>
          <a:prstGeom prst="rect">
            <a:avLst/>
          </a:prstGeom>
          <a:noFill/>
        </p:spPr>
        <p:txBody>
          <a:bodyPr wrap="square" numCol="1" rtlCol="0">
            <a:spAutoFit/>
          </a:bodyPr>
          <a:lstStyle/>
          <a:p>
            <a:pPr marL="342900" indent="-342900">
              <a:spcBef>
                <a:spcPts val="600"/>
              </a:spcBef>
              <a:buFont typeface="+mj-lt"/>
              <a:buAutoNum type="arabicPeriod"/>
            </a:pPr>
            <a:r>
              <a:rPr lang="en-US" sz="2400" b="1" dirty="0">
                <a:solidFill>
                  <a:schemeClr val="bg1"/>
                </a:solidFill>
              </a:rPr>
              <a:t>Attend every class </a:t>
            </a:r>
            <a:r>
              <a:rPr lang="en-US" sz="2400" dirty="0">
                <a:solidFill>
                  <a:schemeClr val="bg1"/>
                </a:solidFill>
              </a:rPr>
              <a:t>– including review days, discussions, etc. </a:t>
            </a:r>
            <a:endParaRPr lang="en-US" sz="2400" b="1" dirty="0">
              <a:solidFill>
                <a:schemeClr val="bg1"/>
              </a:solidFill>
            </a:endParaRPr>
          </a:p>
          <a:p>
            <a:pPr marL="342900" indent="-342900">
              <a:spcBef>
                <a:spcPts val="600"/>
              </a:spcBef>
              <a:buFont typeface="+mj-lt"/>
              <a:buAutoNum type="arabicPeriod"/>
            </a:pPr>
            <a:r>
              <a:rPr lang="en-US" sz="2400" b="1" dirty="0">
                <a:solidFill>
                  <a:schemeClr val="bg1"/>
                </a:solidFill>
              </a:rPr>
              <a:t>Be organized </a:t>
            </a:r>
            <a:r>
              <a:rPr lang="en-US" sz="2400" dirty="0">
                <a:solidFill>
                  <a:schemeClr val="bg1"/>
                </a:solidFill>
              </a:rPr>
              <a:t>– keep a planner</a:t>
            </a:r>
            <a:endParaRPr lang="en-US" sz="2400" b="1" dirty="0">
              <a:solidFill>
                <a:schemeClr val="bg1"/>
              </a:solidFill>
            </a:endParaRPr>
          </a:p>
          <a:p>
            <a:pPr marL="342900" indent="-342900">
              <a:spcBef>
                <a:spcPts val="600"/>
              </a:spcBef>
              <a:buFont typeface="+mj-lt"/>
              <a:buAutoNum type="arabicPeriod"/>
            </a:pPr>
            <a:r>
              <a:rPr lang="en-US" sz="2400" b="1" dirty="0">
                <a:solidFill>
                  <a:schemeClr val="bg1"/>
                </a:solidFill>
              </a:rPr>
              <a:t>Manage your time well </a:t>
            </a:r>
            <a:r>
              <a:rPr lang="en-US" sz="2400" dirty="0">
                <a:solidFill>
                  <a:schemeClr val="bg1"/>
                </a:solidFill>
              </a:rPr>
              <a:t>– do not overextend yourself</a:t>
            </a:r>
            <a:endParaRPr lang="en-US" sz="2400" b="1" dirty="0">
              <a:solidFill>
                <a:schemeClr val="bg1"/>
              </a:solidFill>
            </a:endParaRPr>
          </a:p>
          <a:p>
            <a:pPr marL="342900" indent="-342900">
              <a:spcBef>
                <a:spcPts val="600"/>
              </a:spcBef>
              <a:buFont typeface="+mj-lt"/>
              <a:buAutoNum type="arabicPeriod"/>
            </a:pPr>
            <a:r>
              <a:rPr lang="en-US" sz="2400" b="1" dirty="0">
                <a:solidFill>
                  <a:schemeClr val="bg1"/>
                </a:solidFill>
              </a:rPr>
              <a:t>Be successful in class </a:t>
            </a:r>
            <a:r>
              <a:rPr lang="en-US" sz="2400" dirty="0">
                <a:solidFill>
                  <a:schemeClr val="bg1"/>
                </a:solidFill>
              </a:rPr>
              <a:t>– prepare for class and be on time</a:t>
            </a:r>
            <a:endParaRPr lang="en-US" sz="2400" b="1" dirty="0">
              <a:solidFill>
                <a:schemeClr val="bg1"/>
              </a:solidFill>
            </a:endParaRPr>
          </a:p>
          <a:p>
            <a:pPr marL="342900" indent="-342900">
              <a:spcBef>
                <a:spcPts val="600"/>
              </a:spcBef>
              <a:buFont typeface="+mj-lt"/>
              <a:buAutoNum type="arabicPeriod"/>
            </a:pPr>
            <a:r>
              <a:rPr lang="en-US" sz="2400" b="1" dirty="0">
                <a:solidFill>
                  <a:schemeClr val="bg1"/>
                </a:solidFill>
              </a:rPr>
              <a:t>Take good notes </a:t>
            </a:r>
            <a:r>
              <a:rPr lang="en-US" sz="2400" dirty="0">
                <a:solidFill>
                  <a:schemeClr val="bg1"/>
                </a:solidFill>
              </a:rPr>
              <a:t>– pay attention and actively listen</a:t>
            </a:r>
            <a:endParaRPr lang="en-US" sz="2400" b="1" dirty="0">
              <a:solidFill>
                <a:schemeClr val="bg1"/>
              </a:solidFill>
            </a:endParaRPr>
          </a:p>
          <a:p>
            <a:pPr marL="342900" indent="-342900">
              <a:spcBef>
                <a:spcPts val="600"/>
              </a:spcBef>
              <a:buFont typeface="+mj-lt"/>
              <a:buAutoNum type="arabicPeriod"/>
            </a:pPr>
            <a:r>
              <a:rPr lang="en-US" sz="2400" b="1" dirty="0">
                <a:solidFill>
                  <a:schemeClr val="bg1"/>
                </a:solidFill>
              </a:rPr>
              <a:t>Learn how to read a textbook </a:t>
            </a:r>
            <a:r>
              <a:rPr lang="en-US" sz="2400" dirty="0">
                <a:solidFill>
                  <a:schemeClr val="bg1"/>
                </a:solidFill>
              </a:rPr>
              <a:t>– scan, read, and review</a:t>
            </a:r>
            <a:endParaRPr lang="en-US" sz="2400" b="1" dirty="0">
              <a:solidFill>
                <a:schemeClr val="bg1"/>
              </a:solidFill>
            </a:endParaRPr>
          </a:p>
          <a:p>
            <a:pPr marL="342900" indent="-342900">
              <a:spcBef>
                <a:spcPts val="600"/>
              </a:spcBef>
              <a:buFont typeface="+mj-lt"/>
              <a:buAutoNum type="arabicPeriod"/>
            </a:pPr>
            <a:r>
              <a:rPr lang="en-US" sz="2400" b="1" dirty="0">
                <a:solidFill>
                  <a:schemeClr val="bg1"/>
                </a:solidFill>
              </a:rPr>
              <a:t>Study smarter </a:t>
            </a:r>
            <a:r>
              <a:rPr lang="en-US" sz="2400" dirty="0">
                <a:solidFill>
                  <a:schemeClr val="bg1"/>
                </a:solidFill>
              </a:rPr>
              <a:t>– know your learning style, don’t cram</a:t>
            </a:r>
            <a:endParaRPr lang="en-US" sz="2400" b="1" dirty="0">
              <a:solidFill>
                <a:schemeClr val="bg1"/>
              </a:solidFill>
            </a:endParaRPr>
          </a:p>
          <a:p>
            <a:pPr marL="342900" indent="-342900">
              <a:spcBef>
                <a:spcPts val="600"/>
              </a:spcBef>
              <a:buFont typeface="+mj-lt"/>
              <a:buAutoNum type="arabicPeriod"/>
            </a:pPr>
            <a:r>
              <a:rPr lang="en-US" sz="2400" b="1" dirty="0">
                <a:solidFill>
                  <a:schemeClr val="bg1"/>
                </a:solidFill>
              </a:rPr>
              <a:t>Use test-taking strategies </a:t>
            </a:r>
            <a:r>
              <a:rPr lang="en-US" sz="2400" dirty="0">
                <a:solidFill>
                  <a:schemeClr val="bg1"/>
                </a:solidFill>
              </a:rPr>
              <a:t>– develop a plan and don’t panic.</a:t>
            </a:r>
            <a:endParaRPr lang="en-US" sz="2400" b="1" dirty="0">
              <a:solidFill>
                <a:schemeClr val="bg1"/>
              </a:solidFill>
            </a:endParaRPr>
          </a:p>
          <a:p>
            <a:pPr marL="342900" indent="-342900">
              <a:spcBef>
                <a:spcPts val="600"/>
              </a:spcBef>
              <a:buFont typeface="+mj-lt"/>
              <a:buAutoNum type="arabicPeriod"/>
            </a:pPr>
            <a:r>
              <a:rPr lang="en-US" sz="2400" b="1" dirty="0">
                <a:solidFill>
                  <a:schemeClr val="bg1"/>
                </a:solidFill>
              </a:rPr>
              <a:t>Reduce test anxiety </a:t>
            </a:r>
            <a:r>
              <a:rPr lang="en-US" sz="2400" dirty="0">
                <a:solidFill>
                  <a:schemeClr val="bg1"/>
                </a:solidFill>
              </a:rPr>
              <a:t>– study to build confidence and get sleep</a:t>
            </a:r>
            <a:endParaRPr lang="en-US" sz="2400" b="1" dirty="0">
              <a:solidFill>
                <a:schemeClr val="bg1"/>
              </a:solidFill>
            </a:endParaRPr>
          </a:p>
          <a:p>
            <a:pPr marL="342900" indent="-342900">
              <a:spcBef>
                <a:spcPts val="600"/>
              </a:spcBef>
              <a:buFont typeface="+mj-lt"/>
              <a:buAutoNum type="arabicPeriod"/>
            </a:pPr>
            <a:r>
              <a:rPr lang="en-US" sz="2400" b="1" dirty="0">
                <a:solidFill>
                  <a:schemeClr val="bg1"/>
                </a:solidFill>
              </a:rPr>
              <a:t> Use available resources </a:t>
            </a:r>
            <a:r>
              <a:rPr lang="en-US" sz="2400" dirty="0">
                <a:solidFill>
                  <a:schemeClr val="bg1"/>
                </a:solidFill>
              </a:rPr>
              <a:t>– tutoring, study groups, instructors</a:t>
            </a:r>
            <a:endParaRPr lang="en-US" sz="2400" b="1" dirty="0">
              <a:solidFill>
                <a:schemeClr val="bg1"/>
              </a:solidFill>
            </a:endParaRPr>
          </a:p>
          <a:p>
            <a:pPr marL="342900" indent="-342900">
              <a:buFont typeface="+mj-lt"/>
              <a:buAutoNum type="arabicPeriod"/>
            </a:pPr>
            <a:endParaRPr lang="en-US" sz="2800" dirty="0">
              <a:solidFill>
                <a:schemeClr val="bg1"/>
              </a:solidFill>
            </a:endParaRPr>
          </a:p>
        </p:txBody>
      </p:sp>
    </p:spTree>
    <p:extLst>
      <p:ext uri="{BB962C8B-B14F-4D97-AF65-F5344CB8AC3E}">
        <p14:creationId xmlns:p14="http://schemas.microsoft.com/office/powerpoint/2010/main" val="41670729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96F5C69-188C-4F11-8952-CF2C60FACF12}"/>
              </a:ext>
            </a:extLst>
          </p:cNvPr>
          <p:cNvPicPr>
            <a:picLocks noChangeAspect="1"/>
          </p:cNvPicPr>
          <p:nvPr/>
        </p:nvPicPr>
        <p:blipFill>
          <a:blip r:embed="rId3"/>
          <a:stretch>
            <a:fillRect/>
          </a:stretch>
        </p:blipFill>
        <p:spPr>
          <a:xfrm>
            <a:off x="3048000" y="0"/>
            <a:ext cx="9144000" cy="6858000"/>
          </a:xfrm>
          <a:prstGeom prst="rect">
            <a:avLst/>
          </a:prstGeom>
        </p:spPr>
      </p:pic>
      <p:sp>
        <p:nvSpPr>
          <p:cNvPr id="4" name="TextBox 3">
            <a:extLst>
              <a:ext uri="{FF2B5EF4-FFF2-40B4-BE49-F238E27FC236}">
                <a16:creationId xmlns:a16="http://schemas.microsoft.com/office/drawing/2014/main" id="{303F68C3-DCFC-4289-8F5A-16A9225FE1F9}"/>
              </a:ext>
            </a:extLst>
          </p:cNvPr>
          <p:cNvSpPr txBox="1"/>
          <p:nvPr/>
        </p:nvSpPr>
        <p:spPr>
          <a:xfrm>
            <a:off x="83975" y="186613"/>
            <a:ext cx="2769861" cy="646331"/>
          </a:xfrm>
          <a:prstGeom prst="rect">
            <a:avLst/>
          </a:prstGeom>
          <a:noFill/>
        </p:spPr>
        <p:txBody>
          <a:bodyPr wrap="none" rtlCol="0">
            <a:spAutoFit/>
          </a:bodyPr>
          <a:lstStyle/>
          <a:p>
            <a:r>
              <a:rPr lang="en-US" dirty="0">
                <a:solidFill>
                  <a:schemeClr val="bg1"/>
                </a:solidFill>
              </a:rPr>
              <a:t>Tips for learning, by style:</a:t>
            </a:r>
          </a:p>
          <a:p>
            <a:endParaRPr lang="en-US" dirty="0">
              <a:solidFill>
                <a:schemeClr val="bg1"/>
              </a:solidFill>
            </a:endParaRPr>
          </a:p>
        </p:txBody>
      </p:sp>
      <p:sp>
        <p:nvSpPr>
          <p:cNvPr id="6" name="TextBox 5">
            <a:extLst>
              <a:ext uri="{FF2B5EF4-FFF2-40B4-BE49-F238E27FC236}">
                <a16:creationId xmlns:a16="http://schemas.microsoft.com/office/drawing/2014/main" id="{351992D8-DA02-499A-A5A0-938E4115F9D4}"/>
              </a:ext>
            </a:extLst>
          </p:cNvPr>
          <p:cNvSpPr txBox="1"/>
          <p:nvPr/>
        </p:nvSpPr>
        <p:spPr>
          <a:xfrm>
            <a:off x="151734" y="733246"/>
            <a:ext cx="2799184" cy="6124754"/>
          </a:xfrm>
          <a:prstGeom prst="rect">
            <a:avLst/>
          </a:prstGeom>
          <a:noFill/>
        </p:spPr>
        <p:txBody>
          <a:bodyPr wrap="square" rtlCol="0">
            <a:spAutoFit/>
          </a:bodyPr>
          <a:lstStyle/>
          <a:p>
            <a:r>
              <a:rPr lang="en-US" sz="1400" b="1" u="sng" dirty="0">
                <a:solidFill>
                  <a:schemeClr val="bg1"/>
                </a:solidFill>
              </a:rPr>
              <a:t>VISUAL</a:t>
            </a:r>
          </a:p>
          <a:p>
            <a:pPr marL="285750" indent="-285750">
              <a:buFont typeface="Arial" panose="020B0604020202020204" pitchFamily="34" charset="0"/>
              <a:buChar char="•"/>
            </a:pPr>
            <a:r>
              <a:rPr lang="en-US" sz="1400" dirty="0">
                <a:solidFill>
                  <a:schemeClr val="bg1"/>
                </a:solidFill>
              </a:rPr>
              <a:t>Underline, use different colors, use symbols and charts.</a:t>
            </a:r>
          </a:p>
          <a:p>
            <a:pPr marL="285750" indent="-285750">
              <a:buFont typeface="Arial" panose="020B0604020202020204" pitchFamily="34" charset="0"/>
              <a:buChar char="•"/>
            </a:pPr>
            <a:r>
              <a:rPr lang="en-US" sz="1400" dirty="0">
                <a:solidFill>
                  <a:schemeClr val="bg1"/>
                </a:solidFill>
              </a:rPr>
              <a:t>Recall the pictures from your notes, draw diagrams, turn visuals into words.</a:t>
            </a:r>
          </a:p>
          <a:p>
            <a:pPr marL="285750" indent="-285750">
              <a:buFont typeface="Arial" panose="020B0604020202020204" pitchFamily="34" charset="0"/>
              <a:buChar char="•"/>
            </a:pPr>
            <a:endParaRPr lang="en-US" sz="1400" dirty="0">
              <a:solidFill>
                <a:schemeClr val="bg1"/>
              </a:solidFill>
            </a:endParaRPr>
          </a:p>
          <a:p>
            <a:r>
              <a:rPr lang="en-US" sz="1400" b="1" u="sng" dirty="0">
                <a:solidFill>
                  <a:schemeClr val="bg1"/>
                </a:solidFill>
              </a:rPr>
              <a:t>AUDITORY</a:t>
            </a:r>
          </a:p>
          <a:p>
            <a:pPr marL="285750" indent="-285750">
              <a:buFont typeface="Arial" panose="020B0604020202020204" pitchFamily="34" charset="0"/>
              <a:buChar char="•"/>
            </a:pPr>
            <a:r>
              <a:rPr lang="en-US" sz="1400" dirty="0">
                <a:solidFill>
                  <a:schemeClr val="bg1"/>
                </a:solidFill>
              </a:rPr>
              <a:t>Discuss topics with other students, record the lectures</a:t>
            </a:r>
          </a:p>
          <a:p>
            <a:pPr marL="285750" indent="-285750">
              <a:buFont typeface="Arial" panose="020B0604020202020204" pitchFamily="34" charset="0"/>
              <a:buChar char="•"/>
            </a:pPr>
            <a:r>
              <a:rPr lang="en-US" sz="1400" dirty="0">
                <a:solidFill>
                  <a:schemeClr val="bg1"/>
                </a:solidFill>
              </a:rPr>
              <a:t>Record note summaries and play them back.</a:t>
            </a:r>
          </a:p>
          <a:p>
            <a:endParaRPr lang="en-US" sz="1400" b="1" u="sng" dirty="0">
              <a:solidFill>
                <a:schemeClr val="bg1"/>
              </a:solidFill>
            </a:endParaRPr>
          </a:p>
          <a:p>
            <a:r>
              <a:rPr lang="en-US" sz="1400" b="1" u="sng" dirty="0">
                <a:solidFill>
                  <a:schemeClr val="bg1"/>
                </a:solidFill>
              </a:rPr>
              <a:t>READ/WRITE</a:t>
            </a:r>
          </a:p>
          <a:p>
            <a:pPr marL="285750" indent="-285750">
              <a:buFont typeface="Arial" panose="020B0604020202020204" pitchFamily="34" charset="0"/>
              <a:buChar char="•"/>
            </a:pPr>
            <a:r>
              <a:rPr lang="en-US" sz="1400" dirty="0">
                <a:solidFill>
                  <a:schemeClr val="bg1"/>
                </a:solidFill>
              </a:rPr>
              <a:t>Use lists and headings, use dictionaries and handouts. </a:t>
            </a:r>
          </a:p>
          <a:p>
            <a:pPr marL="285750" indent="-285750">
              <a:buFont typeface="Arial" panose="020B0604020202020204" pitchFamily="34" charset="0"/>
              <a:buChar char="•"/>
            </a:pPr>
            <a:r>
              <a:rPr lang="en-US" sz="1400" dirty="0">
                <a:solidFill>
                  <a:schemeClr val="bg1"/>
                </a:solidFill>
              </a:rPr>
              <a:t>Rewrite your notes, paraphrase texts.</a:t>
            </a:r>
          </a:p>
          <a:p>
            <a:endParaRPr lang="en-US" sz="1400" dirty="0">
              <a:solidFill>
                <a:schemeClr val="bg1"/>
              </a:solidFill>
            </a:endParaRPr>
          </a:p>
          <a:p>
            <a:r>
              <a:rPr lang="en-US" sz="1400" b="1" u="sng" dirty="0">
                <a:solidFill>
                  <a:schemeClr val="bg1"/>
                </a:solidFill>
              </a:rPr>
              <a:t>KINESTHETIC</a:t>
            </a:r>
          </a:p>
          <a:p>
            <a:pPr marL="285750" indent="-285750">
              <a:buFont typeface="Arial" panose="020B0604020202020204" pitchFamily="34" charset="0"/>
              <a:buChar char="•"/>
            </a:pPr>
            <a:r>
              <a:rPr lang="en-US" sz="1400" dirty="0">
                <a:solidFill>
                  <a:schemeClr val="bg1"/>
                </a:solidFill>
              </a:rPr>
              <a:t>Use senses, use trial-and-error methods, listen to real-life examples and use hands on approaches.</a:t>
            </a:r>
          </a:p>
          <a:p>
            <a:pPr marL="285750" indent="-285750">
              <a:buFont typeface="Arial" panose="020B0604020202020204" pitchFamily="34" charset="0"/>
              <a:buChar char="•"/>
            </a:pPr>
            <a:r>
              <a:rPr lang="en-US" sz="1400" dirty="0">
                <a:solidFill>
                  <a:schemeClr val="bg1"/>
                </a:solidFill>
              </a:rPr>
              <a:t>Write practice answers, role play situations. </a:t>
            </a:r>
          </a:p>
          <a:p>
            <a:endParaRPr lang="en-US" sz="1400" dirty="0">
              <a:solidFill>
                <a:schemeClr val="bg1"/>
              </a:solidFill>
            </a:endParaRPr>
          </a:p>
        </p:txBody>
      </p:sp>
    </p:spTree>
    <p:extLst>
      <p:ext uri="{BB962C8B-B14F-4D97-AF65-F5344CB8AC3E}">
        <p14:creationId xmlns:p14="http://schemas.microsoft.com/office/powerpoint/2010/main" val="8663107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6FA43-637B-EF8D-3849-CFD9352B9105}"/>
              </a:ext>
            </a:extLst>
          </p:cNvPr>
          <p:cNvSpPr>
            <a:spLocks noGrp="1"/>
          </p:cNvSpPr>
          <p:nvPr>
            <p:ph type="title"/>
          </p:nvPr>
        </p:nvSpPr>
        <p:spPr>
          <a:xfrm>
            <a:off x="459873" y="425698"/>
            <a:ext cx="8442536" cy="1881345"/>
          </a:xfrm>
        </p:spPr>
        <p:txBody>
          <a:bodyPr anchor="b"/>
          <a:lstStyle/>
          <a:p>
            <a:r>
              <a:rPr lang="en-US" sz="6600" dirty="0"/>
              <a:t>Time Management Activity (2.1)</a:t>
            </a:r>
          </a:p>
        </p:txBody>
      </p:sp>
      <p:sp>
        <p:nvSpPr>
          <p:cNvPr id="4" name="Text Placeholder 4">
            <a:extLst>
              <a:ext uri="{FF2B5EF4-FFF2-40B4-BE49-F238E27FC236}">
                <a16:creationId xmlns:a16="http://schemas.microsoft.com/office/drawing/2014/main" id="{47BF8DFD-79C4-6A23-5CB3-B056857F8C92}"/>
              </a:ext>
            </a:extLst>
          </p:cNvPr>
          <p:cNvSpPr txBox="1">
            <a:spLocks/>
          </p:cNvSpPr>
          <p:nvPr/>
        </p:nvSpPr>
        <p:spPr>
          <a:xfrm>
            <a:off x="462843" y="2676815"/>
            <a:ext cx="6833696" cy="2968205"/>
          </a:xfrm>
          <a:prstGeom prst="rect">
            <a:avLst/>
          </a:prstGeom>
        </p:spPr>
        <p:txBody>
          <a:bodyPr vert="horz" lIns="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b="1" i="0" kern="1200">
                <a:solidFill>
                  <a:schemeClr val="accent4"/>
                </a:solidFill>
                <a:latin typeface="+mj-lt"/>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b="1" i="0" kern="1200">
                <a:solidFill>
                  <a:schemeClr val="bg1"/>
                </a:solidFill>
                <a:latin typeface="Arial Black" panose="020B0604020202020204" pitchFamily="34" charset="0"/>
                <a:ea typeface="+mn-ea"/>
                <a:cs typeface="Arial Black"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0" dirty="0">
                <a:solidFill>
                  <a:schemeClr val="bg1"/>
                </a:solidFill>
                <a:latin typeface="Segoe UI"/>
              </a:rPr>
              <a:t>Use the time management chart in the appendix of your FYE Textbook and complete a calendar for next week. Include class times, assignments, exams, organization meetings, job responsibilities, sleep, meals, and exercise. Be sure to leave time for fun and to relax. </a:t>
            </a:r>
          </a:p>
          <a:p>
            <a:endParaRPr lang="en-US" b="0" dirty="0">
              <a:solidFill>
                <a:schemeClr val="bg1"/>
              </a:solidFill>
              <a:latin typeface="Segoe UI"/>
            </a:endParaRPr>
          </a:p>
          <a:p>
            <a:r>
              <a:rPr lang="en-US" b="0" dirty="0">
                <a:solidFill>
                  <a:schemeClr val="bg1"/>
                </a:solidFill>
                <a:latin typeface="Segoe UI"/>
              </a:rPr>
              <a:t>Feel like doing more? Make a time management plan for the rest of the quarter. </a:t>
            </a:r>
          </a:p>
          <a:p>
            <a:pPr marL="342900" indent="-342900">
              <a:buChar char="•"/>
            </a:pPr>
            <a:endParaRPr lang="en-US" dirty="0">
              <a:solidFill>
                <a:srgbClr val="003087"/>
              </a:solidFill>
              <a:latin typeface="Segoe UI"/>
            </a:endParaRPr>
          </a:p>
          <a:p>
            <a:pPr marL="342900" indent="-342900">
              <a:buChar char="•"/>
            </a:pPr>
            <a:endParaRPr lang="en-US" dirty="0">
              <a:solidFill>
                <a:srgbClr val="003087"/>
              </a:solidFill>
              <a:latin typeface="Segoe UI"/>
            </a:endParaRPr>
          </a:p>
          <a:p>
            <a:endParaRPr lang="en-US" sz="2000" dirty="0">
              <a:latin typeface="Segoe UI Light"/>
            </a:endParaRPr>
          </a:p>
        </p:txBody>
      </p:sp>
    </p:spTree>
    <p:extLst>
      <p:ext uri="{BB962C8B-B14F-4D97-AF65-F5344CB8AC3E}">
        <p14:creationId xmlns:p14="http://schemas.microsoft.com/office/powerpoint/2010/main" val="33023885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315D2-7F57-AF2A-38D7-558098789073}"/>
              </a:ext>
            </a:extLst>
          </p:cNvPr>
          <p:cNvSpPr>
            <a:spLocks noGrp="1"/>
          </p:cNvSpPr>
          <p:nvPr>
            <p:ph type="ctrTitle"/>
          </p:nvPr>
        </p:nvSpPr>
        <p:spPr>
          <a:xfrm>
            <a:off x="384003" y="2569105"/>
            <a:ext cx="10381210" cy="1719790"/>
          </a:xfrm>
        </p:spPr>
        <p:txBody>
          <a:bodyPr/>
          <a:lstStyle/>
          <a:p>
            <a:r>
              <a:rPr lang="en-US" sz="7200" dirty="0"/>
              <a:t>LOUISIANA TECH:</a:t>
            </a:r>
            <a:br>
              <a:rPr lang="en-US" sz="7200" dirty="0"/>
            </a:br>
            <a:r>
              <a:rPr lang="en-US" sz="7200" dirty="0"/>
              <a:t>Your New Home</a:t>
            </a:r>
          </a:p>
        </p:txBody>
      </p:sp>
      <p:sp>
        <p:nvSpPr>
          <p:cNvPr id="5" name="Title 1">
            <a:extLst>
              <a:ext uri="{FF2B5EF4-FFF2-40B4-BE49-F238E27FC236}">
                <a16:creationId xmlns:a16="http://schemas.microsoft.com/office/drawing/2014/main" id="{3EF4F50D-EF92-52BD-E839-28B30DD0BD09}"/>
              </a:ext>
            </a:extLst>
          </p:cNvPr>
          <p:cNvSpPr txBox="1">
            <a:spLocks/>
          </p:cNvSpPr>
          <p:nvPr/>
        </p:nvSpPr>
        <p:spPr>
          <a:xfrm>
            <a:off x="384003" y="5750186"/>
            <a:ext cx="8961120" cy="923154"/>
          </a:xfrm>
          <a:prstGeom prst="rect">
            <a:avLst/>
          </a:prstGeom>
        </p:spPr>
        <p:txBody>
          <a:bodyPr vert="horz" lIns="0" tIns="0" rIns="0" bIns="0" rtlCol="0" anchor="ctr">
            <a:noAutofit/>
          </a:bodyPr>
          <a:lstStyle>
            <a:lvl1pPr marL="0" algn="l" defTabSz="914400" rtl="0" eaLnBrk="1" latinLnBrk="0" hangingPunct="1">
              <a:lnSpc>
                <a:spcPct val="80000"/>
              </a:lnSpc>
              <a:spcBef>
                <a:spcPts val="0"/>
              </a:spcBef>
              <a:spcAft>
                <a:spcPts val="0"/>
              </a:spcAft>
              <a:buNone/>
              <a:defRPr sz="7000" b="1" i="0" kern="1200" spc="100" baseline="0">
                <a:solidFill>
                  <a:schemeClr val="bg1"/>
                </a:solidFill>
                <a:latin typeface="+mj-lt"/>
                <a:ea typeface="+mj-ea"/>
                <a:cs typeface="Arial Black" panose="020B0604020202020204" pitchFamily="34" charset="0"/>
              </a:defRPr>
            </a:lvl1pPr>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sz="4400" b="1" i="0" u="none" strike="noStrike" kern="1200" cap="none" spc="100" normalizeH="0" baseline="0" noProof="0" dirty="0">
                <a:ln>
                  <a:noFill/>
                </a:ln>
                <a:solidFill>
                  <a:srgbClr val="FFFFFF"/>
                </a:solidFill>
                <a:effectLst/>
                <a:uLnTx/>
                <a:uFillTx/>
                <a:latin typeface="Segoe UI Black"/>
                <a:ea typeface="+mj-ea"/>
              </a:rPr>
              <a:t>Chapter 3</a:t>
            </a:r>
          </a:p>
        </p:txBody>
      </p:sp>
      <p:sp>
        <p:nvSpPr>
          <p:cNvPr id="4" name="Rectangle 3">
            <a:extLst>
              <a:ext uri="{FF2B5EF4-FFF2-40B4-BE49-F238E27FC236}">
                <a16:creationId xmlns:a16="http://schemas.microsoft.com/office/drawing/2014/main" id="{8C5D7810-8A45-C960-53CD-7155904A6D96}"/>
              </a:ext>
            </a:extLst>
          </p:cNvPr>
          <p:cNvSpPr/>
          <p:nvPr/>
        </p:nvSpPr>
        <p:spPr>
          <a:xfrm>
            <a:off x="9997602" y="-2533"/>
            <a:ext cx="362304" cy="3985344"/>
          </a:xfrm>
          <a:prstGeom prst="rect">
            <a:avLst/>
          </a:prstGeom>
          <a:solidFill>
            <a:srgbClr val="CB33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7" name="Rectangle 6">
            <a:extLst>
              <a:ext uri="{FF2B5EF4-FFF2-40B4-BE49-F238E27FC236}">
                <a16:creationId xmlns:a16="http://schemas.microsoft.com/office/drawing/2014/main" id="{D3A5C46E-BF9B-AAE0-9431-D54976054F9B}"/>
              </a:ext>
            </a:extLst>
          </p:cNvPr>
          <p:cNvSpPr/>
          <p:nvPr/>
        </p:nvSpPr>
        <p:spPr>
          <a:xfrm>
            <a:off x="10596316" y="-2533"/>
            <a:ext cx="362304" cy="3985344"/>
          </a:xfrm>
          <a:prstGeom prst="rect">
            <a:avLst/>
          </a:prstGeom>
          <a:solidFill>
            <a:srgbClr val="CB33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9" name="Rectangle 8">
            <a:extLst>
              <a:ext uri="{FF2B5EF4-FFF2-40B4-BE49-F238E27FC236}">
                <a16:creationId xmlns:a16="http://schemas.microsoft.com/office/drawing/2014/main" id="{CB44A10B-92FD-9DC1-E80E-55A0F133AA5A}"/>
              </a:ext>
            </a:extLst>
          </p:cNvPr>
          <p:cNvSpPr/>
          <p:nvPr/>
        </p:nvSpPr>
        <p:spPr>
          <a:xfrm>
            <a:off x="11238573" y="-2534"/>
            <a:ext cx="362304" cy="3985344"/>
          </a:xfrm>
          <a:prstGeom prst="rect">
            <a:avLst/>
          </a:prstGeom>
          <a:solidFill>
            <a:srgbClr val="CB33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3" name="Oval 12">
            <a:extLst>
              <a:ext uri="{FF2B5EF4-FFF2-40B4-BE49-F238E27FC236}">
                <a16:creationId xmlns:a16="http://schemas.microsoft.com/office/drawing/2014/main" id="{1C082A91-6526-4057-3D7C-FDB6A13E5721}"/>
              </a:ext>
            </a:extLst>
          </p:cNvPr>
          <p:cNvSpPr/>
          <p:nvPr/>
        </p:nvSpPr>
        <p:spPr>
          <a:xfrm>
            <a:off x="9591333" y="5750186"/>
            <a:ext cx="2508204" cy="251715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3048547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2ABBA-2E6D-E7DD-AC67-58D1FCB3F346}"/>
              </a:ext>
            </a:extLst>
          </p:cNvPr>
          <p:cNvSpPr>
            <a:spLocks noGrp="1"/>
          </p:cNvSpPr>
          <p:nvPr>
            <p:ph type="title"/>
          </p:nvPr>
        </p:nvSpPr>
        <p:spPr>
          <a:xfrm>
            <a:off x="596581" y="450530"/>
            <a:ext cx="6400800" cy="1828800"/>
          </a:xfrm>
        </p:spPr>
        <p:txBody>
          <a:bodyPr/>
          <a:lstStyle/>
          <a:p>
            <a:r>
              <a:rPr lang="en-US" sz="6600" dirty="0">
                <a:latin typeface="Segoe UI"/>
              </a:rPr>
              <a:t>CHAPTER OBJECTIVES</a:t>
            </a:r>
          </a:p>
        </p:txBody>
      </p:sp>
      <p:sp>
        <p:nvSpPr>
          <p:cNvPr id="5" name="Text Placeholder 4">
            <a:extLst>
              <a:ext uri="{FF2B5EF4-FFF2-40B4-BE49-F238E27FC236}">
                <a16:creationId xmlns:a16="http://schemas.microsoft.com/office/drawing/2014/main" id="{59401105-5841-28D0-D6C0-3E1A46648BFE}"/>
              </a:ext>
            </a:extLst>
          </p:cNvPr>
          <p:cNvSpPr>
            <a:spLocks noGrp="1"/>
          </p:cNvSpPr>
          <p:nvPr>
            <p:ph sz="quarter" idx="14"/>
          </p:nvPr>
        </p:nvSpPr>
        <p:spPr>
          <a:xfrm>
            <a:off x="596581" y="2441995"/>
            <a:ext cx="6999514" cy="2288722"/>
          </a:xfrm>
        </p:spPr>
        <p:txBody>
          <a:bodyPr vert="horz" lIns="0" tIns="45720" rIns="91440" bIns="45720" rtlCol="0" anchor="t">
            <a:noAutofit/>
          </a:bodyPr>
          <a:lstStyle/>
          <a:p>
            <a:r>
              <a:rPr lang="en-US" dirty="0">
                <a:cs typeface="Arial"/>
              </a:rPr>
              <a:t>Identify significant dates and events in Tech’s history.</a:t>
            </a:r>
          </a:p>
          <a:p>
            <a:endParaRPr lang="en-US" dirty="0">
              <a:cs typeface="Arial"/>
            </a:endParaRPr>
          </a:p>
          <a:p>
            <a:r>
              <a:rPr lang="en-US" dirty="0">
                <a:cs typeface="Arial"/>
              </a:rPr>
              <a:t>Explain the Tenets of Tech.</a:t>
            </a:r>
            <a:endParaRPr lang="en-US" dirty="0"/>
          </a:p>
          <a:p>
            <a:endParaRPr lang="en-US" dirty="0">
              <a:cs typeface="Arial"/>
            </a:endParaRPr>
          </a:p>
          <a:p>
            <a:r>
              <a:rPr lang="en-US" dirty="0">
                <a:cs typeface="Arial"/>
              </a:rPr>
              <a:t>Define concepts such as culture, legend, and tradition. </a:t>
            </a:r>
          </a:p>
          <a:p>
            <a:endParaRPr lang="en-US" dirty="0">
              <a:cs typeface="Arial"/>
            </a:endParaRPr>
          </a:p>
          <a:p>
            <a:r>
              <a:rPr lang="en-US" dirty="0">
                <a:cs typeface="Arial"/>
              </a:rPr>
              <a:t>Articulate an understanding of the value of rituals and traditions in a society.</a:t>
            </a:r>
          </a:p>
          <a:p>
            <a:endParaRPr lang="en-US" dirty="0">
              <a:cs typeface="Arial"/>
            </a:endParaRPr>
          </a:p>
          <a:p>
            <a:endParaRPr lang="en-US" dirty="0"/>
          </a:p>
        </p:txBody>
      </p:sp>
    </p:spTree>
    <p:extLst>
      <p:ext uri="{BB962C8B-B14F-4D97-AF65-F5344CB8AC3E}">
        <p14:creationId xmlns:p14="http://schemas.microsoft.com/office/powerpoint/2010/main" val="12310648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33DC16E-ACF6-4C7D-978A-36ACCADBBF0B}"/>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6578080" y="828583"/>
            <a:ext cx="5197151" cy="4125981"/>
          </a:xfrm>
          <a:prstGeom prst="roundRect">
            <a:avLst>
              <a:gd name="adj" fmla="val 11111"/>
            </a:avLst>
          </a:prstGeom>
          <a:ln w="28575" cap="rnd">
            <a:solidFill>
              <a:schemeClr val="accent1"/>
            </a:solidFill>
            <a:prstDash val="solid"/>
          </a:ln>
          <a:effectLst/>
        </p:spPr>
      </p:pic>
      <p:pic>
        <p:nvPicPr>
          <p:cNvPr id="8" name="Picture 7">
            <a:extLst>
              <a:ext uri="{FF2B5EF4-FFF2-40B4-BE49-F238E27FC236}">
                <a16:creationId xmlns:a16="http://schemas.microsoft.com/office/drawing/2014/main" id="{67A1EA88-9B0D-49A4-8672-DFB6E8BF5D25}"/>
              </a:ext>
            </a:extLst>
          </p:cNvPr>
          <p:cNvPicPr>
            <a:picLocks noChangeAspect="1"/>
          </p:cNvPicPr>
          <p:nvPr/>
        </p:nvPicPr>
        <p:blipFill>
          <a:blip r:embed="rId4"/>
          <a:stretch>
            <a:fillRect/>
          </a:stretch>
        </p:blipFill>
        <p:spPr>
          <a:xfrm>
            <a:off x="416767" y="828582"/>
            <a:ext cx="5197151" cy="4125982"/>
          </a:xfrm>
          <a:prstGeom prst="roundRect">
            <a:avLst>
              <a:gd name="adj" fmla="val 11111"/>
            </a:avLst>
          </a:prstGeom>
          <a:ln w="28575" cap="rnd">
            <a:solidFill>
              <a:schemeClr val="accent1"/>
            </a:solidFill>
            <a:prstDash val="solid"/>
          </a:ln>
          <a:effectLst/>
        </p:spPr>
      </p:pic>
      <p:sp>
        <p:nvSpPr>
          <p:cNvPr id="9" name="TextBox 8">
            <a:extLst>
              <a:ext uri="{FF2B5EF4-FFF2-40B4-BE49-F238E27FC236}">
                <a16:creationId xmlns:a16="http://schemas.microsoft.com/office/drawing/2014/main" id="{7393BA58-BF3F-4F6A-9217-30519E6E50E2}"/>
              </a:ext>
            </a:extLst>
          </p:cNvPr>
          <p:cNvSpPr txBox="1"/>
          <p:nvPr/>
        </p:nvSpPr>
        <p:spPr>
          <a:xfrm>
            <a:off x="416767" y="5094523"/>
            <a:ext cx="5197151" cy="120032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Segoe UI"/>
                <a:ea typeface="+mn-ea"/>
                <a:cs typeface="+mn-cs"/>
              </a:rPr>
              <a:t>The first building constructed on Tech’s campus, Old Main, circa 1920’s. Contained eight classrooms, a lab, and offices and burned down in 1936.</a:t>
            </a:r>
          </a:p>
        </p:txBody>
      </p:sp>
      <p:sp>
        <p:nvSpPr>
          <p:cNvPr id="10" name="TextBox 9">
            <a:extLst>
              <a:ext uri="{FF2B5EF4-FFF2-40B4-BE49-F238E27FC236}">
                <a16:creationId xmlns:a16="http://schemas.microsoft.com/office/drawing/2014/main" id="{5B0B9689-7055-4C10-A2BF-B8D77058757E}"/>
              </a:ext>
            </a:extLst>
          </p:cNvPr>
          <p:cNvSpPr txBox="1"/>
          <p:nvPr/>
        </p:nvSpPr>
        <p:spPr>
          <a:xfrm>
            <a:off x="6578080" y="5094523"/>
            <a:ext cx="5197151" cy="120032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Segoe UI"/>
                <a:ea typeface="+mn-ea"/>
                <a:cs typeface="+mn-cs"/>
              </a:rPr>
              <a:t>Keeny Hall (originally name Leche Hall) replaced Old Main in 1937 and still stands today as one of the focal building bordering the Quad.</a:t>
            </a:r>
          </a:p>
        </p:txBody>
      </p:sp>
    </p:spTree>
    <p:extLst>
      <p:ext uri="{BB962C8B-B14F-4D97-AF65-F5344CB8AC3E}">
        <p14:creationId xmlns:p14="http://schemas.microsoft.com/office/powerpoint/2010/main" val="19784812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6FA43-637B-EF8D-3849-CFD9352B9105}"/>
              </a:ext>
            </a:extLst>
          </p:cNvPr>
          <p:cNvSpPr>
            <a:spLocks noGrp="1"/>
          </p:cNvSpPr>
          <p:nvPr>
            <p:ph type="title"/>
          </p:nvPr>
        </p:nvSpPr>
        <p:spPr>
          <a:xfrm>
            <a:off x="251163" y="193940"/>
            <a:ext cx="11689674" cy="1079973"/>
          </a:xfrm>
        </p:spPr>
        <p:txBody>
          <a:bodyPr anchor="ctr"/>
          <a:lstStyle/>
          <a:p>
            <a:r>
              <a:rPr lang="en-US" dirty="0">
                <a:latin typeface="Segoe UI" panose="020B0502040204020203" pitchFamily="34" charset="0"/>
                <a:cs typeface="Segoe UI" panose="020B0502040204020203" pitchFamily="34" charset="0"/>
              </a:rPr>
              <a:t>LOUISIANA TECH </a:t>
            </a:r>
            <a:r>
              <a:rPr lang="en-US" b="0" dirty="0">
                <a:latin typeface="Segoe UI" panose="020B0502040204020203" pitchFamily="34" charset="0"/>
                <a:cs typeface="Segoe UI" panose="020B0502040204020203" pitchFamily="34" charset="0"/>
              </a:rPr>
              <a:t>GRADUATION MILESTONES</a:t>
            </a:r>
            <a:endParaRPr lang="en-US" dirty="0">
              <a:latin typeface="Segoe UI" panose="020B0502040204020203" pitchFamily="34" charset="0"/>
              <a:cs typeface="Segoe UI" panose="020B0502040204020203" pitchFamily="34" charset="0"/>
            </a:endParaRPr>
          </a:p>
        </p:txBody>
      </p:sp>
      <p:pic>
        <p:nvPicPr>
          <p:cNvPr id="12" name="Picture Placeholder 11">
            <a:extLst>
              <a:ext uri="{FF2B5EF4-FFF2-40B4-BE49-F238E27FC236}">
                <a16:creationId xmlns:a16="http://schemas.microsoft.com/office/drawing/2014/main" id="{305341A4-1B00-C8F4-5862-79A826C75023}"/>
              </a:ext>
            </a:extLst>
          </p:cNvPr>
          <p:cNvPicPr>
            <a:picLocks noGrp="1" noChangeAspect="1"/>
          </p:cNvPicPr>
          <p:nvPr>
            <p:ph type="pic" sz="quarter" idx="17"/>
          </p:nvPr>
        </p:nvPicPr>
        <p:blipFill>
          <a:blip r:embed="rId3" cstate="screen">
            <a:extLst>
              <a:ext uri="{28A0092B-C50C-407E-A947-70E740481C1C}">
                <a14:useLocalDpi xmlns:a14="http://schemas.microsoft.com/office/drawing/2010/main"/>
              </a:ext>
            </a:extLst>
          </a:blip>
          <a:srcRect/>
          <a:stretch>
            <a:fillRect/>
          </a:stretch>
        </p:blipFill>
        <p:spPr>
          <a:xfrm>
            <a:off x="7050110" y="1273913"/>
            <a:ext cx="4126800" cy="4126800"/>
          </a:xfrm>
        </p:spPr>
      </p:pic>
      <p:sp>
        <p:nvSpPr>
          <p:cNvPr id="3" name="Title 3">
            <a:extLst>
              <a:ext uri="{FF2B5EF4-FFF2-40B4-BE49-F238E27FC236}">
                <a16:creationId xmlns:a16="http://schemas.microsoft.com/office/drawing/2014/main" id="{B1818B56-19AD-4603-A8CB-295BC4A2EEE7}"/>
              </a:ext>
            </a:extLst>
          </p:cNvPr>
          <p:cNvSpPr>
            <a:spLocks noGrp="1"/>
          </p:cNvSpPr>
          <p:nvPr/>
        </p:nvSpPr>
        <p:spPr>
          <a:xfrm>
            <a:off x="251163" y="1196223"/>
            <a:ext cx="6798947" cy="4924659"/>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sz="4000" b="1" i="0" kern="1200" spc="100" baseline="0">
                <a:solidFill>
                  <a:schemeClr val="bg1"/>
                </a:solidFill>
                <a:latin typeface="+mj-lt"/>
                <a:ea typeface="+mj-ea"/>
                <a:cs typeface="Arial Black" panose="020B0604020202020204" pitchFamily="34" charset="0"/>
              </a:defRPr>
            </a:lvl1pPr>
          </a:lstStyle>
          <a:p>
            <a:pPr marL="285750" marR="0" lvl="0" indent="-285750" algn="l" defTabSz="914400" rtl="0" eaLnBrk="1" fontAlgn="auto" latinLnBrk="0" hangingPunct="1">
              <a:lnSpc>
                <a:spcPct val="100000"/>
              </a:lnSpc>
              <a:spcBef>
                <a:spcPts val="2400"/>
              </a:spcBef>
              <a:spcAft>
                <a:spcPts val="0"/>
              </a:spcAft>
              <a:buClrTx/>
              <a:buSzTx/>
              <a:buFont typeface="Arial" panose="020B0604020202020204" pitchFamily="34" charset="0"/>
              <a:buChar char="•"/>
              <a:tabLst/>
              <a:defRPr/>
            </a:pPr>
            <a:r>
              <a:rPr kumimoji="0" lang="en-US" sz="1600" b="1" i="0" u="none" strike="noStrike" kern="1200" cap="none" spc="100" normalizeH="0" baseline="0" noProof="0" dirty="0">
                <a:ln>
                  <a:noFill/>
                </a:ln>
                <a:solidFill>
                  <a:srgbClr val="FFFFFF"/>
                </a:solidFill>
                <a:effectLst/>
                <a:uLnTx/>
                <a:uFillTx/>
                <a:latin typeface="Segoe UI"/>
                <a:ea typeface="+mj-ea"/>
              </a:rPr>
              <a:t>1897</a:t>
            </a:r>
            <a:r>
              <a:rPr kumimoji="0" lang="en-US" sz="1600" b="0" i="0" u="none" strike="noStrike" kern="1200" cap="none" spc="100" normalizeH="0" baseline="0" noProof="0" dirty="0">
                <a:ln>
                  <a:noFill/>
                </a:ln>
                <a:solidFill>
                  <a:srgbClr val="FFFFFF"/>
                </a:solidFill>
                <a:effectLst/>
                <a:uLnTx/>
                <a:uFillTx/>
                <a:latin typeface="Segoe UI"/>
                <a:ea typeface="+mj-ea"/>
              </a:rPr>
              <a:t>	   Tech grants its first bachelor’s degree to Harry Howard</a:t>
            </a:r>
          </a:p>
          <a:p>
            <a:pPr marL="285750" marR="0" lvl="0" indent="-285750" algn="l" defTabSz="914400" rtl="0" eaLnBrk="1" fontAlgn="auto" latinLnBrk="0" hangingPunct="1">
              <a:lnSpc>
                <a:spcPct val="100000"/>
              </a:lnSpc>
              <a:spcBef>
                <a:spcPts val="2400"/>
              </a:spcBef>
              <a:spcAft>
                <a:spcPts val="0"/>
              </a:spcAft>
              <a:buClrTx/>
              <a:buSzTx/>
              <a:buFont typeface="Arial" panose="020B0604020202020204" pitchFamily="34" charset="0"/>
              <a:buChar char="•"/>
              <a:tabLst/>
              <a:defRPr/>
            </a:pPr>
            <a:r>
              <a:rPr kumimoji="0" lang="en-US" sz="1600" b="1" i="0" u="none" strike="noStrike" kern="1200" cap="none" spc="100" normalizeH="0" baseline="0" noProof="0" dirty="0">
                <a:ln>
                  <a:noFill/>
                </a:ln>
                <a:solidFill>
                  <a:srgbClr val="FFFFFF"/>
                </a:solidFill>
                <a:effectLst/>
                <a:uLnTx/>
                <a:uFillTx/>
                <a:latin typeface="Segoe UI"/>
                <a:ea typeface="+mj-ea"/>
              </a:rPr>
              <a:t>1905</a:t>
            </a:r>
            <a:r>
              <a:rPr kumimoji="0" lang="en-US" sz="1600" b="0" i="0" u="none" strike="noStrike" kern="1200" cap="none" spc="100" normalizeH="0" baseline="0" noProof="0" dirty="0">
                <a:ln>
                  <a:noFill/>
                </a:ln>
                <a:solidFill>
                  <a:srgbClr val="FFFFFF"/>
                </a:solidFill>
                <a:effectLst/>
                <a:uLnTx/>
                <a:uFillTx/>
                <a:latin typeface="Segoe UI"/>
                <a:ea typeface="+mj-ea"/>
              </a:rPr>
              <a:t>	   The Lagniappe, Tech’s annual yearbook, is first 	   	   published.</a:t>
            </a:r>
          </a:p>
          <a:p>
            <a:pPr marL="285750" marR="0" lvl="0" indent="-285750" algn="l" defTabSz="914400" rtl="0" eaLnBrk="1" fontAlgn="auto" latinLnBrk="0" hangingPunct="1">
              <a:lnSpc>
                <a:spcPct val="100000"/>
              </a:lnSpc>
              <a:spcBef>
                <a:spcPts val="2400"/>
              </a:spcBef>
              <a:spcAft>
                <a:spcPts val="0"/>
              </a:spcAft>
              <a:buClrTx/>
              <a:buSzTx/>
              <a:buFont typeface="Arial" panose="020B0604020202020204" pitchFamily="34" charset="0"/>
              <a:buChar char="•"/>
              <a:tabLst/>
              <a:defRPr/>
            </a:pPr>
            <a:r>
              <a:rPr kumimoji="0" lang="en-US" sz="1600" b="1" i="0" u="none" strike="noStrike" kern="1200" cap="none" spc="100" normalizeH="0" baseline="0" noProof="0" dirty="0">
                <a:ln>
                  <a:noFill/>
                </a:ln>
                <a:solidFill>
                  <a:srgbClr val="FFFFFF"/>
                </a:solidFill>
                <a:effectLst/>
                <a:uLnTx/>
                <a:uFillTx/>
                <a:latin typeface="Segoe UI"/>
                <a:ea typeface="+mj-ea"/>
              </a:rPr>
              <a:t>1959</a:t>
            </a:r>
            <a:r>
              <a:rPr kumimoji="0" lang="en-US" sz="1600" b="0" i="0" u="none" strike="noStrike" kern="1200" cap="none" spc="100" normalizeH="0" baseline="0" noProof="0" dirty="0">
                <a:ln>
                  <a:noFill/>
                </a:ln>
                <a:solidFill>
                  <a:srgbClr val="FFFFFF"/>
                </a:solidFill>
                <a:effectLst/>
                <a:uLnTx/>
                <a:uFillTx/>
                <a:latin typeface="Segoe UI"/>
                <a:ea typeface="+mj-ea"/>
              </a:rPr>
              <a:t>	   Tech grants its first Masters degrees. </a:t>
            </a:r>
          </a:p>
          <a:p>
            <a:pPr marL="285750" marR="0" lvl="0" indent="-285750" algn="l" defTabSz="914400" rtl="0" eaLnBrk="1" fontAlgn="auto" latinLnBrk="0" hangingPunct="1">
              <a:lnSpc>
                <a:spcPct val="100000"/>
              </a:lnSpc>
              <a:spcBef>
                <a:spcPts val="2400"/>
              </a:spcBef>
              <a:spcAft>
                <a:spcPts val="0"/>
              </a:spcAft>
              <a:buClrTx/>
              <a:buSzTx/>
              <a:buFont typeface="Arial" panose="020B0604020202020204" pitchFamily="34" charset="0"/>
              <a:buChar char="•"/>
              <a:tabLst/>
              <a:defRPr/>
            </a:pPr>
            <a:r>
              <a:rPr kumimoji="0" lang="en-US" sz="1600" b="1" i="0" u="none" strike="noStrike" kern="1200" cap="none" spc="100" normalizeH="0" baseline="0" noProof="0" dirty="0">
                <a:ln>
                  <a:noFill/>
                </a:ln>
                <a:solidFill>
                  <a:srgbClr val="FFFFFF"/>
                </a:solidFill>
                <a:effectLst/>
                <a:uLnTx/>
                <a:uFillTx/>
                <a:latin typeface="Segoe UI"/>
                <a:ea typeface="+mj-ea"/>
              </a:rPr>
              <a:t>1971</a:t>
            </a:r>
            <a:r>
              <a:rPr kumimoji="0" lang="en-US" sz="1600" b="0" i="0" u="none" strike="noStrike" kern="1200" cap="none" spc="100" normalizeH="0" baseline="0" noProof="0" dirty="0">
                <a:ln>
                  <a:noFill/>
                </a:ln>
                <a:solidFill>
                  <a:srgbClr val="FFFFFF"/>
                </a:solidFill>
                <a:effectLst/>
                <a:uLnTx/>
                <a:uFillTx/>
                <a:latin typeface="Segoe UI"/>
                <a:ea typeface="+mj-ea"/>
              </a:rPr>
              <a:t>	   The first Doctor of Philosophy (PhD) in Chemical 	   	   Engineering is conferred.</a:t>
            </a:r>
          </a:p>
          <a:p>
            <a:pPr marL="285750" marR="0" lvl="0" indent="-285750" algn="l" defTabSz="914400" rtl="0" eaLnBrk="1" fontAlgn="auto" latinLnBrk="0" hangingPunct="1">
              <a:lnSpc>
                <a:spcPct val="100000"/>
              </a:lnSpc>
              <a:spcBef>
                <a:spcPts val="2400"/>
              </a:spcBef>
              <a:spcAft>
                <a:spcPts val="0"/>
              </a:spcAft>
              <a:buClrTx/>
              <a:buSzTx/>
              <a:buFont typeface="Arial" panose="020B0604020202020204" pitchFamily="34" charset="0"/>
              <a:buChar char="•"/>
              <a:tabLst/>
              <a:defRPr/>
            </a:pPr>
            <a:r>
              <a:rPr kumimoji="0" lang="en-US" sz="1600" b="1" i="0" u="none" strike="noStrike" kern="1200" cap="none" spc="100" normalizeH="0" baseline="0" noProof="0" dirty="0">
                <a:ln>
                  <a:noFill/>
                </a:ln>
                <a:solidFill>
                  <a:srgbClr val="FFFFFF"/>
                </a:solidFill>
                <a:effectLst/>
                <a:uLnTx/>
                <a:uFillTx/>
                <a:latin typeface="Segoe UI"/>
                <a:ea typeface="+mj-ea"/>
              </a:rPr>
              <a:t>2007</a:t>
            </a:r>
            <a:r>
              <a:rPr kumimoji="0" lang="en-US" sz="1600" b="0" i="0" u="none" strike="noStrike" kern="1200" cap="none" spc="100" normalizeH="0" baseline="0" noProof="0" dirty="0">
                <a:ln>
                  <a:noFill/>
                </a:ln>
                <a:solidFill>
                  <a:srgbClr val="FFFFFF"/>
                </a:solidFill>
                <a:effectLst/>
                <a:uLnTx/>
                <a:uFillTx/>
                <a:latin typeface="Segoe UI"/>
                <a:ea typeface="+mj-ea"/>
              </a:rPr>
              <a:t>	   Tech becomes the first university in the world to award   	   a Bachelor of Science in Nanosystems Engineering.</a:t>
            </a:r>
          </a:p>
          <a:p>
            <a:pPr marL="285750" marR="0" lvl="0" indent="-285750" algn="l" defTabSz="914400" rtl="0" eaLnBrk="1" fontAlgn="auto" latinLnBrk="0" hangingPunct="1">
              <a:lnSpc>
                <a:spcPct val="100000"/>
              </a:lnSpc>
              <a:spcBef>
                <a:spcPts val="2400"/>
              </a:spcBef>
              <a:spcAft>
                <a:spcPts val="0"/>
              </a:spcAft>
              <a:buClrTx/>
              <a:buSzTx/>
              <a:buFont typeface="Arial" panose="020B0604020202020204" pitchFamily="34" charset="0"/>
              <a:buChar char="•"/>
              <a:tabLst/>
              <a:defRPr/>
            </a:pPr>
            <a:r>
              <a:rPr kumimoji="0" lang="en-US" sz="1600" b="1" i="0" u="none" strike="noStrike" kern="1200" cap="none" spc="100" normalizeH="0" baseline="0" noProof="0" dirty="0">
                <a:ln>
                  <a:noFill/>
                </a:ln>
                <a:solidFill>
                  <a:srgbClr val="FFFFFF"/>
                </a:solidFill>
                <a:effectLst/>
                <a:uLnTx/>
                <a:uFillTx/>
                <a:latin typeface="Segoe UI"/>
                <a:ea typeface="+mj-ea"/>
              </a:rPr>
              <a:t>2015</a:t>
            </a:r>
            <a:r>
              <a:rPr kumimoji="0" lang="en-US" sz="1600" b="0" i="0" u="none" strike="noStrike" kern="1200" cap="none" spc="100" normalizeH="0" baseline="0" noProof="0" dirty="0">
                <a:ln>
                  <a:noFill/>
                </a:ln>
                <a:solidFill>
                  <a:srgbClr val="FFFFFF"/>
                </a:solidFill>
                <a:effectLst/>
                <a:uLnTx/>
                <a:uFillTx/>
                <a:latin typeface="Segoe UI"/>
                <a:ea typeface="+mj-ea"/>
              </a:rPr>
              <a:t>	   Tech becomes the first school in the country to award a 	   Bachelor of Cyber Engineering.</a:t>
            </a:r>
          </a:p>
          <a:p>
            <a:pPr marL="285750" marR="0" lvl="0" indent="-285750" algn="l" defTabSz="914400" rtl="0" eaLnBrk="1" fontAlgn="auto" latinLnBrk="0" hangingPunct="1">
              <a:lnSpc>
                <a:spcPct val="100000"/>
              </a:lnSpc>
              <a:spcBef>
                <a:spcPts val="2400"/>
              </a:spcBef>
              <a:spcAft>
                <a:spcPts val="0"/>
              </a:spcAft>
              <a:buClrTx/>
              <a:buSzTx/>
              <a:buFont typeface="Arial" panose="020B0604020202020204" pitchFamily="34" charset="0"/>
              <a:buChar char="•"/>
              <a:tabLst/>
              <a:defRPr/>
            </a:pPr>
            <a:r>
              <a:rPr kumimoji="0" lang="en-US" sz="1600" b="1" i="0" u="none" strike="noStrike" kern="1200" cap="none" spc="100" normalizeH="0" baseline="0" noProof="0" dirty="0">
                <a:ln>
                  <a:noFill/>
                </a:ln>
                <a:solidFill>
                  <a:srgbClr val="FFFFFF"/>
                </a:solidFill>
                <a:effectLst/>
                <a:uLnTx/>
                <a:uFillTx/>
                <a:latin typeface="Segoe UI"/>
                <a:ea typeface="+mj-ea"/>
              </a:rPr>
              <a:t>2017</a:t>
            </a:r>
            <a:r>
              <a:rPr kumimoji="0" lang="en-US" sz="1600" b="0" i="0" u="none" strike="noStrike" kern="1200" cap="none" spc="100" normalizeH="0" baseline="0" noProof="0" dirty="0">
                <a:ln>
                  <a:noFill/>
                </a:ln>
                <a:solidFill>
                  <a:srgbClr val="FFFFFF"/>
                </a:solidFill>
                <a:effectLst/>
                <a:uLnTx/>
                <a:uFillTx/>
                <a:latin typeface="Segoe UI"/>
                <a:ea typeface="+mj-ea"/>
              </a:rPr>
              <a:t>	   Louisiana Tech  grants its 100,000</a:t>
            </a:r>
            <a:r>
              <a:rPr kumimoji="0" lang="en-US" sz="1600" b="0" i="0" u="none" strike="noStrike" kern="1200" cap="none" spc="100" normalizeH="0" baseline="30000" noProof="0" dirty="0">
                <a:ln>
                  <a:noFill/>
                </a:ln>
                <a:solidFill>
                  <a:srgbClr val="FFFFFF"/>
                </a:solidFill>
                <a:effectLst/>
                <a:uLnTx/>
                <a:uFillTx/>
                <a:latin typeface="Segoe UI"/>
                <a:ea typeface="+mj-ea"/>
              </a:rPr>
              <a:t>th</a:t>
            </a:r>
            <a:r>
              <a:rPr kumimoji="0" lang="en-US" sz="1600" b="0" i="0" u="none" strike="noStrike" kern="1200" cap="none" spc="100" normalizeH="0" baseline="0" noProof="0" dirty="0">
                <a:ln>
                  <a:noFill/>
                </a:ln>
                <a:solidFill>
                  <a:srgbClr val="FFFFFF"/>
                </a:solidFill>
                <a:effectLst/>
                <a:uLnTx/>
                <a:uFillTx/>
                <a:latin typeface="Segoe UI"/>
                <a:ea typeface="+mj-ea"/>
              </a:rPr>
              <a:t> degree.</a:t>
            </a:r>
          </a:p>
          <a:p>
            <a:pPr marL="285750" marR="0" lvl="0" indent="-285750" algn="l" defTabSz="914400" rtl="0" eaLnBrk="1" fontAlgn="auto" latinLnBrk="0" hangingPunct="1">
              <a:lnSpc>
                <a:spcPct val="100000"/>
              </a:lnSpc>
              <a:spcBef>
                <a:spcPts val="2400"/>
              </a:spcBef>
              <a:spcAft>
                <a:spcPts val="0"/>
              </a:spcAft>
              <a:buClrTx/>
              <a:buSzTx/>
              <a:buFont typeface="Arial" panose="020B0604020202020204" pitchFamily="34" charset="0"/>
              <a:buChar char="•"/>
              <a:tabLst/>
              <a:defRPr/>
            </a:pPr>
            <a:r>
              <a:rPr kumimoji="0" lang="en-US" sz="1600" b="1" i="0" u="none" strike="noStrike" kern="1200" cap="none" spc="100" normalizeH="0" baseline="0" noProof="0" dirty="0">
                <a:ln>
                  <a:noFill/>
                </a:ln>
                <a:solidFill>
                  <a:srgbClr val="FFFFFF"/>
                </a:solidFill>
                <a:effectLst/>
                <a:uLnTx/>
                <a:uFillTx/>
                <a:latin typeface="Segoe UI"/>
                <a:ea typeface="+mj-ea"/>
              </a:rPr>
              <a:t>Today</a:t>
            </a:r>
            <a:r>
              <a:rPr kumimoji="0" lang="en-US" sz="1600" b="0" i="0" u="none" strike="noStrike" kern="1200" cap="none" spc="100" normalizeH="0" baseline="0" noProof="0" dirty="0">
                <a:ln>
                  <a:noFill/>
                </a:ln>
                <a:solidFill>
                  <a:srgbClr val="FFFFFF"/>
                </a:solidFill>
                <a:effectLst/>
                <a:uLnTx/>
                <a:uFillTx/>
                <a:latin typeface="Segoe UI"/>
                <a:ea typeface="+mj-ea"/>
              </a:rPr>
              <a:t>   Tech’s adds 1,800+ new members to a growing alumni 	   base of over 115,000 strong. </a:t>
            </a:r>
          </a:p>
        </p:txBody>
      </p:sp>
    </p:spTree>
    <p:extLst>
      <p:ext uri="{BB962C8B-B14F-4D97-AF65-F5344CB8AC3E}">
        <p14:creationId xmlns:p14="http://schemas.microsoft.com/office/powerpoint/2010/main" val="42130815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42710DA-9EEA-4796-AC11-40948227B423}"/>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596900" y="2709173"/>
            <a:ext cx="3968400" cy="3423746"/>
          </a:xfrm>
          <a:prstGeom prst="ellipse">
            <a:avLst/>
          </a:prstGeom>
        </p:spPr>
      </p:pic>
      <p:sp>
        <p:nvSpPr>
          <p:cNvPr id="12" name="Title 1">
            <a:extLst>
              <a:ext uri="{FF2B5EF4-FFF2-40B4-BE49-F238E27FC236}">
                <a16:creationId xmlns:a16="http://schemas.microsoft.com/office/drawing/2014/main" id="{A9CCD4CC-4BBC-4EE9-AF03-8D8972497846}"/>
              </a:ext>
            </a:extLst>
          </p:cNvPr>
          <p:cNvSpPr>
            <a:spLocks noGrp="1"/>
          </p:cNvSpPr>
          <p:nvPr>
            <p:ph type="title"/>
          </p:nvPr>
        </p:nvSpPr>
        <p:spPr>
          <a:xfrm>
            <a:off x="3327400" y="589454"/>
            <a:ext cx="8285237" cy="1353646"/>
          </a:xfrm>
        </p:spPr>
        <p:txBody>
          <a:bodyPr anchor="ctr"/>
          <a:lstStyle/>
          <a:p>
            <a:pPr algn="r"/>
            <a:r>
              <a:rPr lang="en-US" sz="6600" dirty="0">
                <a:latin typeface="Segoe UI" panose="020B0502040204020203" pitchFamily="34" charset="0"/>
                <a:cs typeface="Segoe UI" panose="020B0502040204020203" pitchFamily="34" charset="0"/>
              </a:rPr>
              <a:t>LOUISIANA TECH </a:t>
            </a:r>
            <a:br>
              <a:rPr lang="en-US" sz="6600" dirty="0">
                <a:latin typeface="Segoe UI" panose="020B0502040204020203" pitchFamily="34" charset="0"/>
                <a:cs typeface="Segoe UI" panose="020B0502040204020203" pitchFamily="34" charset="0"/>
              </a:rPr>
            </a:br>
            <a:r>
              <a:rPr lang="en-US" sz="6600" b="0" dirty="0">
                <a:latin typeface="Segoe UI" panose="020B0502040204020203" pitchFamily="34" charset="0"/>
                <a:cs typeface="Segoe UI" panose="020B0502040204020203" pitchFamily="34" charset="0"/>
              </a:rPr>
              <a:t>TRADITIONS</a:t>
            </a:r>
            <a:endParaRPr lang="en-US" sz="6600" dirty="0">
              <a:latin typeface="Segoe UI" panose="020B0502040204020203" pitchFamily="34" charset="0"/>
              <a:cs typeface="Segoe UI" panose="020B0502040204020203" pitchFamily="34" charset="0"/>
            </a:endParaRPr>
          </a:p>
        </p:txBody>
      </p:sp>
      <p:sp>
        <p:nvSpPr>
          <p:cNvPr id="15" name="Text Placeholder 4">
            <a:extLst>
              <a:ext uri="{FF2B5EF4-FFF2-40B4-BE49-F238E27FC236}">
                <a16:creationId xmlns:a16="http://schemas.microsoft.com/office/drawing/2014/main" id="{4BB8D0AF-06CD-43FF-B424-96FF00FED586}"/>
              </a:ext>
            </a:extLst>
          </p:cNvPr>
          <p:cNvSpPr txBox="1">
            <a:spLocks/>
          </p:cNvSpPr>
          <p:nvPr/>
        </p:nvSpPr>
        <p:spPr>
          <a:xfrm>
            <a:off x="4952999" y="2806700"/>
            <a:ext cx="6815705" cy="3213099"/>
          </a:xfrm>
          <a:prstGeom prst="rect">
            <a:avLst/>
          </a:prstGeom>
        </p:spPr>
        <p:txBody>
          <a:bodyPr vert="horz" lIns="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bg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4000" b="0" i="0" u="none" strike="noStrike" kern="1200" cap="none" spc="0" normalizeH="0" baseline="0" noProof="0" dirty="0">
                <a:ln>
                  <a:noFill/>
                </a:ln>
                <a:solidFill>
                  <a:srgbClr val="FFFFFF"/>
                </a:solidFill>
                <a:effectLst/>
                <a:uLnTx/>
                <a:uFillTx/>
                <a:latin typeface="Segoe UI"/>
                <a:ea typeface="+mn-ea"/>
                <a:cs typeface="Arial"/>
              </a:rPr>
              <a:t>What is the role of traditions, rituals, and legends in a community and how do they aid in the development of interpersonal relationships?</a:t>
            </a:r>
          </a:p>
          <a:p>
            <a:pPr marL="228600" marR="0" lvl="0" indent="-228600" algn="r"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Arial" panose="020B0604020202020204" pitchFamily="34" charset="0"/>
            </a:endParaRPr>
          </a:p>
        </p:txBody>
      </p:sp>
    </p:spTree>
    <p:extLst>
      <p:ext uri="{BB962C8B-B14F-4D97-AF65-F5344CB8AC3E}">
        <p14:creationId xmlns:p14="http://schemas.microsoft.com/office/powerpoint/2010/main" val="41116657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75A7019F-FB8F-0842-186B-1C366F527A19}"/>
              </a:ext>
            </a:extLst>
          </p:cNvPr>
          <p:cNvSpPr>
            <a:spLocks noGrp="1"/>
          </p:cNvSpPr>
          <p:nvPr>
            <p:ph type="title"/>
          </p:nvPr>
        </p:nvSpPr>
        <p:spPr>
          <a:xfrm>
            <a:off x="1457639" y="138992"/>
            <a:ext cx="8901983" cy="1001874"/>
          </a:xfrm>
        </p:spPr>
        <p:txBody>
          <a:bodyPr>
            <a:normAutofit/>
          </a:bodyPr>
          <a:lstStyle/>
          <a:p>
            <a:pPr algn="ctr"/>
            <a:r>
              <a:rPr lang="en-US" sz="6000" dirty="0"/>
              <a:t>THE TENETS OF TECH</a:t>
            </a:r>
          </a:p>
        </p:txBody>
      </p:sp>
      <p:sp>
        <p:nvSpPr>
          <p:cNvPr id="10" name="TextBox 9">
            <a:extLst>
              <a:ext uri="{FF2B5EF4-FFF2-40B4-BE49-F238E27FC236}">
                <a16:creationId xmlns:a16="http://schemas.microsoft.com/office/drawing/2014/main" id="{12C98403-927F-404F-979E-DB320DBEF1C7}"/>
              </a:ext>
            </a:extLst>
          </p:cNvPr>
          <p:cNvSpPr txBox="1"/>
          <p:nvPr/>
        </p:nvSpPr>
        <p:spPr>
          <a:xfrm>
            <a:off x="1347439" y="954758"/>
            <a:ext cx="4613842" cy="6001643"/>
          </a:xfrm>
          <a:prstGeom prst="rect">
            <a:avLst/>
          </a:prstGeom>
          <a:noFill/>
        </p:spPr>
        <p:txBody>
          <a:bodyPr wrap="square" numCol="1"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FFFF"/>
                </a:solidFill>
                <a:effectLst/>
                <a:uLnTx/>
                <a:uFillTx/>
                <a:latin typeface="Segoe UI"/>
                <a:ea typeface="+mn-ea"/>
                <a:cs typeface="+mn-cs"/>
              </a:rPr>
              <a:t>CONFIDENCE</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dirty="0">
              <a:ln>
                <a:noFill/>
              </a:ln>
              <a:solidFill>
                <a:srgbClr val="FFFFFF"/>
              </a:solidFill>
              <a:effectLst/>
              <a:uLnTx/>
              <a:uFillTx/>
              <a:latin typeface="Segoe U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FFFF"/>
                </a:solidFill>
                <a:effectLst/>
                <a:uLnTx/>
                <a:uFillTx/>
                <a:latin typeface="Segoe UI"/>
                <a:ea typeface="+mn-ea"/>
                <a:cs typeface="+mn-cs"/>
              </a:rPr>
              <a:t>EXCELLENCE</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dirty="0">
              <a:ln>
                <a:noFill/>
              </a:ln>
              <a:solidFill>
                <a:srgbClr val="FFFFFF"/>
              </a:solidFill>
              <a:effectLst/>
              <a:uLnTx/>
              <a:uFillTx/>
              <a:latin typeface="Segoe U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FFFF"/>
                </a:solidFill>
                <a:effectLst/>
                <a:uLnTx/>
                <a:uFillTx/>
                <a:latin typeface="Segoe UI"/>
                <a:ea typeface="+mn-ea"/>
                <a:cs typeface="+mn-cs"/>
              </a:rPr>
              <a:t>COMMITMENT</a:t>
            </a:r>
          </a:p>
          <a:p>
            <a:pPr marL="0" marR="0" lvl="0" indent="0" algn="ctr" defTabSz="914400" rtl="0" eaLnBrk="1" fontAlgn="auto" latinLnBrk="0" hangingPunct="1">
              <a:lnSpc>
                <a:spcPct val="100000"/>
              </a:lnSpc>
              <a:spcBef>
                <a:spcPts val="0"/>
              </a:spcBef>
              <a:spcAft>
                <a:spcPts val="0"/>
              </a:spcAft>
              <a:buClrTx/>
              <a:buSzTx/>
              <a:buFontTx/>
              <a:buNone/>
              <a:tabLst/>
              <a:defRPr/>
            </a:pPr>
            <a:br>
              <a:rPr kumimoji="0" lang="en-US" sz="3200" b="1" i="0" u="none" strike="noStrike" kern="1200" cap="none" spc="0" normalizeH="0" baseline="0" noProof="0" dirty="0">
                <a:ln>
                  <a:noFill/>
                </a:ln>
                <a:solidFill>
                  <a:srgbClr val="FFFFFF"/>
                </a:solidFill>
                <a:effectLst/>
                <a:uLnTx/>
                <a:uFillTx/>
                <a:latin typeface="Segoe UI"/>
                <a:ea typeface="+mn-ea"/>
                <a:cs typeface="+mn-cs"/>
              </a:rPr>
            </a:br>
            <a:r>
              <a:rPr kumimoji="0" lang="en-US" sz="3200" b="1" i="0" u="none" strike="noStrike" kern="1200" cap="none" spc="0" normalizeH="0" baseline="0" noProof="0" dirty="0">
                <a:ln>
                  <a:noFill/>
                </a:ln>
                <a:solidFill>
                  <a:srgbClr val="FFFFFF"/>
                </a:solidFill>
                <a:effectLst/>
                <a:uLnTx/>
                <a:uFillTx/>
                <a:latin typeface="Segoe UI"/>
                <a:ea typeface="+mn-ea"/>
                <a:cs typeface="+mn-cs"/>
              </a:rPr>
              <a:t>KNOWLEDGE</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dirty="0">
              <a:ln>
                <a:noFill/>
              </a:ln>
              <a:solidFill>
                <a:srgbClr val="FFFFFF"/>
              </a:solidFill>
              <a:effectLst/>
              <a:uLnTx/>
              <a:uFillTx/>
              <a:latin typeface="Segoe U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FFFF"/>
                </a:solidFill>
                <a:effectLst/>
                <a:uLnTx/>
                <a:uFillTx/>
                <a:latin typeface="Segoe UI"/>
                <a:ea typeface="+mn-ea"/>
                <a:cs typeface="+mn-cs"/>
              </a:rPr>
              <a:t>INTEGRITY</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dirty="0">
              <a:ln>
                <a:noFill/>
              </a:ln>
              <a:solidFill>
                <a:srgbClr val="FFFFFF"/>
              </a:solidFill>
              <a:effectLst/>
              <a:uLnTx/>
              <a:uFillTx/>
              <a:latin typeface="Segoe U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FFFF"/>
                </a:solidFill>
                <a:effectLst/>
                <a:uLnTx/>
                <a:uFillTx/>
                <a:latin typeface="Segoe UI"/>
                <a:ea typeface="+mn-ea"/>
                <a:cs typeface="+mn-cs"/>
              </a:rPr>
              <a:t>RESPECT</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dirty="0">
              <a:ln>
                <a:noFill/>
              </a:ln>
              <a:solidFill>
                <a:srgbClr val="FFFFFF"/>
              </a:solidFill>
              <a:effectLst/>
              <a:uLnTx/>
              <a:uFillTx/>
              <a:latin typeface="Segoe UI"/>
              <a:ea typeface="+mn-ea"/>
              <a:cs typeface="+mn-cs"/>
            </a:endParaRPr>
          </a:p>
        </p:txBody>
      </p:sp>
      <p:sp>
        <p:nvSpPr>
          <p:cNvPr id="11" name="Rectangle 10">
            <a:extLst>
              <a:ext uri="{FF2B5EF4-FFF2-40B4-BE49-F238E27FC236}">
                <a16:creationId xmlns:a16="http://schemas.microsoft.com/office/drawing/2014/main" id="{30FB3435-45C5-4478-B7D1-4C0758FDB6A3}"/>
              </a:ext>
            </a:extLst>
          </p:cNvPr>
          <p:cNvSpPr/>
          <p:nvPr/>
        </p:nvSpPr>
        <p:spPr>
          <a:xfrm>
            <a:off x="2073546" y="1389296"/>
            <a:ext cx="3122286" cy="39237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3087"/>
                </a:solidFill>
                <a:effectLst/>
                <a:uLnTx/>
                <a:uFillTx/>
                <a:latin typeface="Segoe UI"/>
                <a:ea typeface="+mn-ea"/>
                <a:cs typeface="+mn-cs"/>
              </a:rPr>
              <a:t>a sense of self</a:t>
            </a:r>
          </a:p>
        </p:txBody>
      </p:sp>
      <p:sp>
        <p:nvSpPr>
          <p:cNvPr id="12" name="Rectangle 11">
            <a:extLst>
              <a:ext uri="{FF2B5EF4-FFF2-40B4-BE49-F238E27FC236}">
                <a16:creationId xmlns:a16="http://schemas.microsoft.com/office/drawing/2014/main" id="{BD9DBE44-B00A-467B-B874-3D5E42E38CE6}"/>
              </a:ext>
            </a:extLst>
          </p:cNvPr>
          <p:cNvSpPr/>
          <p:nvPr/>
        </p:nvSpPr>
        <p:spPr>
          <a:xfrm>
            <a:off x="5961281" y="954576"/>
            <a:ext cx="4398341" cy="550920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FFFF"/>
                </a:solidFill>
                <a:effectLst/>
                <a:uLnTx/>
                <a:uFillTx/>
                <a:latin typeface="Segoe UI"/>
                <a:ea typeface="+mn-ea"/>
                <a:cs typeface="+mn-cs"/>
              </a:rPr>
              <a:t>LEADERSHIP</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dirty="0">
              <a:ln>
                <a:noFill/>
              </a:ln>
              <a:solidFill>
                <a:srgbClr val="FFFFFF"/>
              </a:solidFill>
              <a:effectLst/>
              <a:uLnTx/>
              <a:uFillTx/>
              <a:latin typeface="Segoe U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FFFF"/>
                </a:solidFill>
                <a:effectLst/>
                <a:uLnTx/>
                <a:uFillTx/>
                <a:latin typeface="Segoe UI"/>
                <a:ea typeface="+mn-ea"/>
                <a:cs typeface="+mn-cs"/>
              </a:rPr>
              <a:t>LOYALTY</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dirty="0">
              <a:ln>
                <a:noFill/>
              </a:ln>
              <a:solidFill>
                <a:srgbClr val="FFFFFF"/>
              </a:solidFill>
              <a:effectLst/>
              <a:uLnTx/>
              <a:uFillTx/>
              <a:latin typeface="Segoe U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FFFF"/>
                </a:solidFill>
                <a:effectLst/>
                <a:uLnTx/>
                <a:uFillTx/>
                <a:latin typeface="Segoe UI"/>
                <a:ea typeface="+mn-ea"/>
                <a:cs typeface="+mn-cs"/>
              </a:rPr>
              <a:t>ENTHUSIASM</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dirty="0">
              <a:ln>
                <a:noFill/>
              </a:ln>
              <a:solidFill>
                <a:srgbClr val="FFFFFF"/>
              </a:solidFill>
              <a:effectLst/>
              <a:uLnTx/>
              <a:uFillTx/>
              <a:latin typeface="Segoe U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FFFF"/>
                </a:solidFill>
                <a:effectLst/>
                <a:uLnTx/>
                <a:uFillTx/>
                <a:latin typeface="Segoe UI"/>
                <a:ea typeface="+mn-ea"/>
                <a:cs typeface="+mn-cs"/>
              </a:rPr>
              <a:t>CARING</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dirty="0">
              <a:ln>
                <a:noFill/>
              </a:ln>
              <a:solidFill>
                <a:srgbClr val="FFFFFF"/>
              </a:solidFill>
              <a:effectLst/>
              <a:uLnTx/>
              <a:uFillTx/>
              <a:latin typeface="Segoe U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FFFF"/>
                </a:solidFill>
                <a:effectLst/>
                <a:uLnTx/>
                <a:uFillTx/>
                <a:latin typeface="Segoe UI"/>
                <a:ea typeface="+mn-ea"/>
                <a:cs typeface="+mn-cs"/>
              </a:rPr>
              <a:t>HOPE</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dirty="0">
              <a:ln>
                <a:noFill/>
              </a:ln>
              <a:solidFill>
                <a:srgbClr val="FFFFFF"/>
              </a:solidFill>
              <a:effectLst/>
              <a:uLnTx/>
              <a:uFillTx/>
              <a:latin typeface="Segoe U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FFFF"/>
                </a:solidFill>
                <a:effectLst/>
                <a:uLnTx/>
                <a:uFillTx/>
                <a:latin typeface="Segoe UI"/>
                <a:ea typeface="+mn-ea"/>
                <a:cs typeface="+mn-cs"/>
              </a:rPr>
              <a:t>PRIDE</a:t>
            </a:r>
          </a:p>
        </p:txBody>
      </p:sp>
      <p:sp>
        <p:nvSpPr>
          <p:cNvPr id="17" name="Rectangle 16">
            <a:extLst>
              <a:ext uri="{FF2B5EF4-FFF2-40B4-BE49-F238E27FC236}">
                <a16:creationId xmlns:a16="http://schemas.microsoft.com/office/drawing/2014/main" id="{5E858AF0-D8EF-45E5-BEBE-05CCB080BE5F}"/>
              </a:ext>
            </a:extLst>
          </p:cNvPr>
          <p:cNvSpPr/>
          <p:nvPr/>
        </p:nvSpPr>
        <p:spPr>
          <a:xfrm>
            <a:off x="2073546" y="3344277"/>
            <a:ext cx="3122286" cy="39237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3087"/>
                </a:solidFill>
                <a:effectLst/>
                <a:uLnTx/>
                <a:uFillTx/>
                <a:latin typeface="Segoe UI"/>
                <a:ea typeface="+mn-ea"/>
                <a:cs typeface="+mn-cs"/>
              </a:rPr>
              <a:t>acceptance of responsibility as a citizen of the university</a:t>
            </a:r>
          </a:p>
        </p:txBody>
      </p:sp>
      <p:sp>
        <p:nvSpPr>
          <p:cNvPr id="18" name="Rectangle 17">
            <a:extLst>
              <a:ext uri="{FF2B5EF4-FFF2-40B4-BE49-F238E27FC236}">
                <a16:creationId xmlns:a16="http://schemas.microsoft.com/office/drawing/2014/main" id="{070C86AB-929A-48B3-B8CC-0CFB38FA7B16}"/>
              </a:ext>
            </a:extLst>
          </p:cNvPr>
          <p:cNvSpPr/>
          <p:nvPr/>
        </p:nvSpPr>
        <p:spPr>
          <a:xfrm>
            <a:off x="2073546" y="2371456"/>
            <a:ext cx="3122286" cy="39237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3087"/>
                </a:solidFill>
                <a:effectLst/>
                <a:uLnTx/>
                <a:uFillTx/>
                <a:latin typeface="Segoe UI"/>
                <a:ea typeface="+mn-ea"/>
                <a:cs typeface="+mn-cs"/>
              </a:rPr>
              <a:t>appreciation for first-rate experiences</a:t>
            </a:r>
          </a:p>
        </p:txBody>
      </p:sp>
      <p:sp>
        <p:nvSpPr>
          <p:cNvPr id="19" name="Rectangle 18">
            <a:extLst>
              <a:ext uri="{FF2B5EF4-FFF2-40B4-BE49-F238E27FC236}">
                <a16:creationId xmlns:a16="http://schemas.microsoft.com/office/drawing/2014/main" id="{6BDAA444-47F4-47A0-97C6-7E03F5B493F0}"/>
              </a:ext>
            </a:extLst>
          </p:cNvPr>
          <p:cNvSpPr/>
          <p:nvPr/>
        </p:nvSpPr>
        <p:spPr>
          <a:xfrm>
            <a:off x="2065745" y="4318453"/>
            <a:ext cx="3122286" cy="39237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3087"/>
                </a:solidFill>
                <a:effectLst/>
                <a:uLnTx/>
                <a:uFillTx/>
                <a:latin typeface="Segoe UI"/>
                <a:ea typeface="+mn-ea"/>
                <a:cs typeface="+mn-cs"/>
              </a:rPr>
              <a:t>understanding of ideas based on actual experiences</a:t>
            </a:r>
          </a:p>
        </p:txBody>
      </p:sp>
      <p:sp>
        <p:nvSpPr>
          <p:cNvPr id="20" name="Rectangle 19">
            <a:extLst>
              <a:ext uri="{FF2B5EF4-FFF2-40B4-BE49-F238E27FC236}">
                <a16:creationId xmlns:a16="http://schemas.microsoft.com/office/drawing/2014/main" id="{396D1497-727E-4E86-8FAC-A5097E1C7CC3}"/>
              </a:ext>
            </a:extLst>
          </p:cNvPr>
          <p:cNvSpPr/>
          <p:nvPr/>
        </p:nvSpPr>
        <p:spPr>
          <a:xfrm>
            <a:off x="2065745" y="5291279"/>
            <a:ext cx="3122286" cy="39237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3087"/>
                </a:solidFill>
                <a:effectLst/>
                <a:uLnTx/>
                <a:uFillTx/>
                <a:latin typeface="Segoe UI"/>
                <a:ea typeface="+mn-ea"/>
                <a:cs typeface="+mn-cs"/>
              </a:rPr>
              <a:t>ability to defend, evaluate, or questions one’s own beliefs</a:t>
            </a:r>
          </a:p>
        </p:txBody>
      </p:sp>
      <p:sp>
        <p:nvSpPr>
          <p:cNvPr id="21" name="Rectangle 20">
            <a:extLst>
              <a:ext uri="{FF2B5EF4-FFF2-40B4-BE49-F238E27FC236}">
                <a16:creationId xmlns:a16="http://schemas.microsoft.com/office/drawing/2014/main" id="{06410D47-B716-430F-83AF-3938F8DA21CB}"/>
              </a:ext>
            </a:extLst>
          </p:cNvPr>
          <p:cNvSpPr/>
          <p:nvPr/>
        </p:nvSpPr>
        <p:spPr>
          <a:xfrm>
            <a:off x="2073546" y="6267589"/>
            <a:ext cx="3122286" cy="39237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3087"/>
                </a:solidFill>
                <a:effectLst/>
                <a:uLnTx/>
                <a:uFillTx/>
                <a:latin typeface="Segoe UI"/>
                <a:ea typeface="+mn-ea"/>
                <a:cs typeface="+mn-cs"/>
              </a:rPr>
              <a:t>acknowledgement of others’ beliefs through personal interactions</a:t>
            </a:r>
          </a:p>
        </p:txBody>
      </p:sp>
      <p:sp>
        <p:nvSpPr>
          <p:cNvPr id="22" name="Rectangle 21">
            <a:extLst>
              <a:ext uri="{FF2B5EF4-FFF2-40B4-BE49-F238E27FC236}">
                <a16:creationId xmlns:a16="http://schemas.microsoft.com/office/drawing/2014/main" id="{B6AFB5E6-5A5B-4B41-A8E8-B6E1F78B305D}"/>
              </a:ext>
            </a:extLst>
          </p:cNvPr>
          <p:cNvSpPr/>
          <p:nvPr/>
        </p:nvSpPr>
        <p:spPr>
          <a:xfrm>
            <a:off x="6599308" y="1386900"/>
            <a:ext cx="3122286" cy="39237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3087"/>
                </a:solidFill>
                <a:effectLst/>
                <a:uLnTx/>
                <a:uFillTx/>
                <a:latin typeface="Segoe UI"/>
                <a:ea typeface="+mn-ea"/>
                <a:cs typeface="+mn-cs"/>
              </a:rPr>
              <a:t>guidance through service, involvement, and responsibilities</a:t>
            </a:r>
          </a:p>
        </p:txBody>
      </p:sp>
      <p:sp>
        <p:nvSpPr>
          <p:cNvPr id="23" name="Rectangle 22">
            <a:extLst>
              <a:ext uri="{FF2B5EF4-FFF2-40B4-BE49-F238E27FC236}">
                <a16:creationId xmlns:a16="http://schemas.microsoft.com/office/drawing/2014/main" id="{4BC73DFA-F5E7-4158-BD87-5700355516EB}"/>
              </a:ext>
            </a:extLst>
          </p:cNvPr>
          <p:cNvSpPr/>
          <p:nvPr/>
        </p:nvSpPr>
        <p:spPr>
          <a:xfrm>
            <a:off x="6599308" y="2371456"/>
            <a:ext cx="3122286" cy="39237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3087"/>
                </a:solidFill>
                <a:effectLst/>
                <a:uLnTx/>
                <a:uFillTx/>
                <a:latin typeface="Segoe UI"/>
                <a:ea typeface="+mn-ea"/>
                <a:cs typeface="+mn-cs"/>
              </a:rPr>
              <a:t>faithfulness to values, commitments, and responsibilities</a:t>
            </a:r>
          </a:p>
        </p:txBody>
      </p:sp>
      <p:sp>
        <p:nvSpPr>
          <p:cNvPr id="24" name="Rectangle 23">
            <a:extLst>
              <a:ext uri="{FF2B5EF4-FFF2-40B4-BE49-F238E27FC236}">
                <a16:creationId xmlns:a16="http://schemas.microsoft.com/office/drawing/2014/main" id="{113FF33F-DC3A-48C3-B086-596E0A9ADEAC}"/>
              </a:ext>
            </a:extLst>
          </p:cNvPr>
          <p:cNvSpPr/>
          <p:nvPr/>
        </p:nvSpPr>
        <p:spPr>
          <a:xfrm>
            <a:off x="6599308" y="3341016"/>
            <a:ext cx="3122286" cy="39237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3087"/>
                </a:solidFill>
                <a:effectLst/>
                <a:uLnTx/>
                <a:uFillTx/>
                <a:latin typeface="Segoe UI"/>
                <a:ea typeface="+mn-ea"/>
                <a:cs typeface="+mn-cs"/>
              </a:rPr>
              <a:t>excitement for personal characteristics and the future</a:t>
            </a:r>
          </a:p>
        </p:txBody>
      </p:sp>
      <p:sp>
        <p:nvSpPr>
          <p:cNvPr id="25" name="Rectangle 24">
            <a:extLst>
              <a:ext uri="{FF2B5EF4-FFF2-40B4-BE49-F238E27FC236}">
                <a16:creationId xmlns:a16="http://schemas.microsoft.com/office/drawing/2014/main" id="{6D01C95B-59FD-4029-8A8A-F3D63329BAEB}"/>
              </a:ext>
            </a:extLst>
          </p:cNvPr>
          <p:cNvSpPr/>
          <p:nvPr/>
        </p:nvSpPr>
        <p:spPr>
          <a:xfrm>
            <a:off x="6599308" y="4318443"/>
            <a:ext cx="3122286" cy="39237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3087"/>
                </a:solidFill>
                <a:effectLst/>
                <a:uLnTx/>
                <a:uFillTx/>
                <a:latin typeface="Segoe UI"/>
                <a:ea typeface="+mn-ea"/>
                <a:cs typeface="+mn-cs"/>
              </a:rPr>
              <a:t>affinity for beauty, performing arts, and human culture</a:t>
            </a:r>
          </a:p>
        </p:txBody>
      </p:sp>
      <p:sp>
        <p:nvSpPr>
          <p:cNvPr id="26" name="Rectangle 25">
            <a:extLst>
              <a:ext uri="{FF2B5EF4-FFF2-40B4-BE49-F238E27FC236}">
                <a16:creationId xmlns:a16="http://schemas.microsoft.com/office/drawing/2014/main" id="{E5F9189A-DB66-41D2-8159-FF1452A4A22C}"/>
              </a:ext>
            </a:extLst>
          </p:cNvPr>
          <p:cNvSpPr/>
          <p:nvPr/>
        </p:nvSpPr>
        <p:spPr>
          <a:xfrm>
            <a:off x="6599308" y="5292379"/>
            <a:ext cx="3122286" cy="39237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3087"/>
                </a:solidFill>
                <a:effectLst/>
                <a:uLnTx/>
                <a:uFillTx/>
                <a:latin typeface="Segoe UI"/>
                <a:ea typeface="+mn-ea"/>
                <a:cs typeface="+mn-cs"/>
              </a:rPr>
              <a:t>belief in future experiences and growth opportunities</a:t>
            </a:r>
          </a:p>
        </p:txBody>
      </p:sp>
      <p:sp>
        <p:nvSpPr>
          <p:cNvPr id="27" name="Rectangle 26">
            <a:extLst>
              <a:ext uri="{FF2B5EF4-FFF2-40B4-BE49-F238E27FC236}">
                <a16:creationId xmlns:a16="http://schemas.microsoft.com/office/drawing/2014/main" id="{7A40E0A2-D79F-444D-B0AB-A250AF8CC9D7}"/>
              </a:ext>
            </a:extLst>
          </p:cNvPr>
          <p:cNvSpPr/>
          <p:nvPr/>
        </p:nvSpPr>
        <p:spPr>
          <a:xfrm>
            <a:off x="6599308" y="6267589"/>
            <a:ext cx="3122286" cy="39237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3087"/>
                </a:solidFill>
                <a:effectLst/>
                <a:uLnTx/>
                <a:uFillTx/>
                <a:latin typeface="Segoe UI"/>
                <a:ea typeface="+mn-ea"/>
                <a:cs typeface="+mn-cs"/>
              </a:rPr>
              <a:t>a sense of self-respect</a:t>
            </a:r>
          </a:p>
        </p:txBody>
      </p:sp>
    </p:spTree>
    <p:extLst>
      <p:ext uri="{BB962C8B-B14F-4D97-AF65-F5344CB8AC3E}">
        <p14:creationId xmlns:p14="http://schemas.microsoft.com/office/powerpoint/2010/main" val="6063036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7">
            <a:extLst>
              <a:ext uri="{FF2B5EF4-FFF2-40B4-BE49-F238E27FC236}">
                <a16:creationId xmlns:a16="http://schemas.microsoft.com/office/drawing/2014/main" id="{D3641F9A-6686-48BF-ABA0-33D840924FF5}"/>
              </a:ext>
            </a:extLst>
          </p:cNvPr>
          <p:cNvSpPr>
            <a:spLocks noGrp="1"/>
          </p:cNvSpPr>
          <p:nvPr>
            <p:ph type="title"/>
          </p:nvPr>
        </p:nvSpPr>
        <p:spPr>
          <a:xfrm>
            <a:off x="905069" y="251927"/>
            <a:ext cx="10941943" cy="1539551"/>
          </a:xfrm>
        </p:spPr>
        <p:txBody>
          <a:bodyPr>
            <a:normAutofit fontScale="90000"/>
          </a:bodyPr>
          <a:lstStyle/>
          <a:p>
            <a:pPr algn="r"/>
            <a:r>
              <a:rPr lang="en-US" sz="6000" dirty="0"/>
              <a:t>THE TENET MEDALLION</a:t>
            </a:r>
            <a:br>
              <a:rPr lang="en-US" sz="6000" dirty="0"/>
            </a:br>
            <a:r>
              <a:rPr lang="en-US" sz="6000" dirty="0"/>
              <a:t>&amp; ACADEMIC CONVOCATION</a:t>
            </a:r>
          </a:p>
        </p:txBody>
      </p:sp>
      <p:pic>
        <p:nvPicPr>
          <p:cNvPr id="8" name="Picture 7">
            <a:extLst>
              <a:ext uri="{FF2B5EF4-FFF2-40B4-BE49-F238E27FC236}">
                <a16:creationId xmlns:a16="http://schemas.microsoft.com/office/drawing/2014/main" id="{0F6A6056-6A46-4538-8AC0-7072C551E03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102334" y="2010763"/>
            <a:ext cx="2395444" cy="2836471"/>
          </a:xfrm>
          <a:prstGeom prst="rect">
            <a:avLst/>
          </a:prstGeom>
          <a:ln w="38100">
            <a:solidFill>
              <a:srgbClr val="FFFFFF"/>
            </a:solidFill>
          </a:ln>
        </p:spPr>
      </p:pic>
      <p:pic>
        <p:nvPicPr>
          <p:cNvPr id="10" name="Picture 9">
            <a:extLst>
              <a:ext uri="{FF2B5EF4-FFF2-40B4-BE49-F238E27FC236}">
                <a16:creationId xmlns:a16="http://schemas.microsoft.com/office/drawing/2014/main" id="{3C195074-9606-44F4-9363-5FA43F60E93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23295" y="2010763"/>
            <a:ext cx="4260793" cy="2836471"/>
          </a:xfrm>
          <a:prstGeom prst="rect">
            <a:avLst/>
          </a:prstGeom>
          <a:ln w="38100">
            <a:solidFill>
              <a:srgbClr val="FFFFFF"/>
            </a:solidFill>
          </a:ln>
        </p:spPr>
      </p:pic>
      <p:pic>
        <p:nvPicPr>
          <p:cNvPr id="14" name="Picture 13">
            <a:extLst>
              <a:ext uri="{FF2B5EF4-FFF2-40B4-BE49-F238E27FC236}">
                <a16:creationId xmlns:a16="http://schemas.microsoft.com/office/drawing/2014/main" id="{0365A94D-A83A-4187-8347-680125DEB516}"/>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7984757" y="2012594"/>
            <a:ext cx="3783948" cy="2834640"/>
          </a:xfrm>
          <a:prstGeom prst="rect">
            <a:avLst/>
          </a:prstGeom>
          <a:ln w="38100">
            <a:solidFill>
              <a:srgbClr val="FFFFFF"/>
            </a:solidFill>
          </a:ln>
        </p:spPr>
      </p:pic>
      <p:sp>
        <p:nvSpPr>
          <p:cNvPr id="15" name="Text Placeholder 4">
            <a:extLst>
              <a:ext uri="{FF2B5EF4-FFF2-40B4-BE49-F238E27FC236}">
                <a16:creationId xmlns:a16="http://schemas.microsoft.com/office/drawing/2014/main" id="{1140CDBB-C3BD-4C72-8F82-F1B2177E156B}"/>
              </a:ext>
            </a:extLst>
          </p:cNvPr>
          <p:cNvSpPr txBox="1">
            <a:spLocks/>
          </p:cNvSpPr>
          <p:nvPr/>
        </p:nvSpPr>
        <p:spPr>
          <a:xfrm>
            <a:off x="423295" y="5213187"/>
            <a:ext cx="11345410" cy="1458201"/>
          </a:xfrm>
          <a:prstGeom prst="rect">
            <a:avLst/>
          </a:prstGeom>
        </p:spPr>
        <p:txBody>
          <a:bodyPr vert="horz" lIns="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bg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srgbClr val="FFFFFF"/>
                </a:solidFill>
                <a:effectLst/>
                <a:uLnTx/>
                <a:uFillTx/>
                <a:latin typeface="Segoe UI"/>
                <a:ea typeface="+mn-ea"/>
                <a:cs typeface="Arial"/>
              </a:rPr>
              <a:t>Each year since 2007, the Academic Convocation welcomes students to campus the night before Fall classes to kick off their first year and their academic journey at Louisiana Tech. During the event, students are given a medallion engraved with the twelve tenets of Tech; which they later deposit into the Lady of the Mist signifying their commitment to the university and the path ahead. Students are then given a new tenet medallion at their graduation after receiving their diploma. </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Arial" panose="020B0604020202020204" pitchFamily="34" charset="0"/>
            </a:endParaRPr>
          </a:p>
        </p:txBody>
      </p:sp>
    </p:spTree>
    <p:extLst>
      <p:ext uri="{BB962C8B-B14F-4D97-AF65-F5344CB8AC3E}">
        <p14:creationId xmlns:p14="http://schemas.microsoft.com/office/powerpoint/2010/main" val="880028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736BF73-B796-0F53-7637-81AA9E8B26B3}"/>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0" y="0"/>
            <a:ext cx="12192000" cy="6858001"/>
          </a:xfrm>
          <a:prstGeom prst="rect">
            <a:avLst/>
          </a:prstGeom>
        </p:spPr>
      </p:pic>
      <p:sp>
        <p:nvSpPr>
          <p:cNvPr id="3" name="Title 7">
            <a:extLst>
              <a:ext uri="{FF2B5EF4-FFF2-40B4-BE49-F238E27FC236}">
                <a16:creationId xmlns:a16="http://schemas.microsoft.com/office/drawing/2014/main" id="{645F9097-F111-43F0-AB3C-63CF1C7943D2}"/>
              </a:ext>
            </a:extLst>
          </p:cNvPr>
          <p:cNvSpPr>
            <a:spLocks noGrp="1"/>
          </p:cNvSpPr>
          <p:nvPr>
            <p:ph type="title"/>
          </p:nvPr>
        </p:nvSpPr>
        <p:spPr>
          <a:xfrm>
            <a:off x="143069" y="219075"/>
            <a:ext cx="11552076" cy="1061942"/>
          </a:xfrm>
        </p:spPr>
        <p:txBody>
          <a:bodyPr>
            <a:normAutofit/>
          </a:bodyPr>
          <a:lstStyle/>
          <a:p>
            <a:pPr algn="r"/>
            <a:r>
              <a:rPr lang="en-US" sz="7500" dirty="0"/>
              <a:t>THE LADY OF THE MIST</a:t>
            </a:r>
          </a:p>
        </p:txBody>
      </p:sp>
      <p:pic>
        <p:nvPicPr>
          <p:cNvPr id="4" name="Picture 3">
            <a:extLst>
              <a:ext uri="{FF2B5EF4-FFF2-40B4-BE49-F238E27FC236}">
                <a16:creationId xmlns:a16="http://schemas.microsoft.com/office/drawing/2014/main" id="{BB48D808-DBD7-461D-BFBF-31C31E8087F2}"/>
              </a:ext>
            </a:extLst>
          </p:cNvPr>
          <p:cNvPicPr>
            <a:picLocks noChangeAspect="1"/>
          </p:cNvPicPr>
          <p:nvPr/>
        </p:nvPicPr>
        <p:blipFill rotWithShape="1">
          <a:blip r:embed="rId4" cstate="screen">
            <a:extLst>
              <a:ext uri="{BEBA8EAE-BF5A-486C-A8C5-ECC9F3942E4B}">
                <a14:imgProps xmlns:a14="http://schemas.microsoft.com/office/drawing/2010/main">
                  <a14:imgLayer r:embed="rId5">
                    <a14:imgEffect>
                      <a14:backgroundRemoval t="9992" b="89969" l="323" r="95305">
                        <a14:backgroundMark x1="17769" y1="16577" x2="11049" y2="83116"/>
                        <a14:backgroundMark x1="33664" y1="30781" x2="0" y2="59188"/>
                        <a14:backgroundMark x1="73207" y1="32580" x2="94099" y2="82312"/>
                      </a14:backgroundRemoval>
                    </a14:imgEffect>
                  </a14:imgLayer>
                </a14:imgProps>
              </a:ext>
              <a:ext uri="{28A0092B-C50C-407E-A947-70E740481C1C}">
                <a14:useLocalDpi xmlns:a14="http://schemas.microsoft.com/office/drawing/2010/main"/>
              </a:ext>
            </a:extLst>
          </a:blip>
          <a:srcRect/>
          <a:stretch/>
        </p:blipFill>
        <p:spPr>
          <a:xfrm>
            <a:off x="0" y="-1"/>
            <a:ext cx="12192000" cy="6858001"/>
          </a:xfrm>
          <a:prstGeom prst="rect">
            <a:avLst/>
          </a:prstGeom>
        </p:spPr>
      </p:pic>
    </p:spTree>
    <p:extLst>
      <p:ext uri="{BB962C8B-B14F-4D97-AF65-F5344CB8AC3E}">
        <p14:creationId xmlns:p14="http://schemas.microsoft.com/office/powerpoint/2010/main" val="7470761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4">
            <a:extLst>
              <a:ext uri="{FF2B5EF4-FFF2-40B4-BE49-F238E27FC236}">
                <a16:creationId xmlns:a16="http://schemas.microsoft.com/office/drawing/2014/main" id="{1FE382D1-35C2-4857-1EA4-9A6C7E325A13}"/>
              </a:ext>
            </a:extLst>
          </p:cNvPr>
          <p:cNvSpPr txBox="1">
            <a:spLocks/>
          </p:cNvSpPr>
          <p:nvPr/>
        </p:nvSpPr>
        <p:spPr>
          <a:xfrm>
            <a:off x="256013" y="1941804"/>
            <a:ext cx="5606144" cy="427266"/>
          </a:xfrm>
          <a:prstGeom prst="rect">
            <a:avLst/>
          </a:prstGeom>
        </p:spPr>
        <p:txBody>
          <a:bodyPr vert="horz" lIns="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srgbClr val="FFFFFF"/>
                </a:solidFill>
                <a:effectLst/>
                <a:uLnTx/>
                <a:uFillTx/>
                <a:latin typeface="Segoe UI"/>
                <a:ea typeface="+mn-ea"/>
                <a:cs typeface="Arial"/>
              </a:rPr>
              <a:t>Fall of 1899, five Tech students stumble across a quiet bulldog under a tree. The bulldog follows them home and is allowed to stay for one night before other plans had to be made.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000" b="0" i="0" u="none" strike="noStrike" kern="1200" cap="none" spc="0" normalizeH="0" baseline="0" noProof="0" dirty="0">
              <a:ln>
                <a:noFill/>
              </a:ln>
              <a:solidFill>
                <a:srgbClr val="FFFFFF"/>
              </a:solidFill>
              <a:effectLst/>
              <a:uLnTx/>
              <a:uFillTx/>
              <a:latin typeface="Segoe UI"/>
              <a:ea typeface="+mn-ea"/>
              <a:cs typeface="Arial"/>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srgbClr val="FFFFFF"/>
                </a:solidFill>
                <a:effectLst/>
                <a:uLnTx/>
                <a:uFillTx/>
                <a:latin typeface="Segoe UI"/>
                <a:ea typeface="+mn-ea"/>
                <a:cs typeface="Arial"/>
              </a:rPr>
              <a:t>In the middle of the night, a fire breaks out and the old bulldog wakes up the residents by barking and tugging on sheets. In the process of saving many of the students, the bulldog sadly did not make it. Legend says he was buried on campus, wrapped in both a red and blue jacket.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000" b="0" i="0" u="none" strike="noStrike" kern="1200" cap="none" spc="0" normalizeH="0" baseline="0" noProof="0" dirty="0">
              <a:ln>
                <a:noFill/>
              </a:ln>
              <a:solidFill>
                <a:srgbClr val="FFFFFF"/>
              </a:solidFill>
              <a:effectLst/>
              <a:uLnTx/>
              <a:uFillTx/>
              <a:latin typeface="Segoe UI"/>
              <a:ea typeface="+mn-ea"/>
              <a:cs typeface="Arial"/>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srgbClr val="FFFFFF"/>
                </a:solidFill>
                <a:effectLst/>
                <a:uLnTx/>
                <a:uFillTx/>
                <a:latin typeface="Segoe UI"/>
                <a:ea typeface="+mn-ea"/>
                <a:cs typeface="Arial"/>
              </a:rPr>
              <a:t>A year later, as Tech began its athletics program, a mascot was needed, and the courageous bulldog was chosen to represent the university. </a:t>
            </a:r>
            <a:endParaRPr kumimoji="0" lang="en-US" sz="2000" b="0" i="0" u="none" strike="noStrike" kern="1200" cap="none" spc="0" normalizeH="0" baseline="0" noProof="0" dirty="0">
              <a:ln>
                <a:noFill/>
              </a:ln>
              <a:solidFill>
                <a:srgbClr val="FFFFFF"/>
              </a:solidFill>
              <a:effectLst/>
              <a:uLnTx/>
              <a:uFillTx/>
              <a:latin typeface="Segoe UI"/>
              <a:ea typeface="+mn-ea"/>
              <a:cs typeface="Arial" panose="020B0604020202020204" pitchFamily="34" charset="0"/>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000" b="0" i="0" u="none" strike="noStrike" kern="1200" cap="none" spc="0" normalizeH="0" baseline="0" noProof="0" dirty="0">
              <a:ln>
                <a:noFill/>
              </a:ln>
              <a:solidFill>
                <a:srgbClr val="FFFFFF"/>
              </a:solidFill>
              <a:effectLst/>
              <a:uLnTx/>
              <a:uFillTx/>
              <a:latin typeface="Segoe UI Light"/>
              <a:ea typeface="+mn-ea"/>
              <a:cs typeface="Arial" panose="020B0604020202020204" pitchFamily="34" charset="0"/>
            </a:endParaRPr>
          </a:p>
        </p:txBody>
      </p:sp>
      <p:sp>
        <p:nvSpPr>
          <p:cNvPr id="7" name="Oval 6">
            <a:extLst>
              <a:ext uri="{FF2B5EF4-FFF2-40B4-BE49-F238E27FC236}">
                <a16:creationId xmlns:a16="http://schemas.microsoft.com/office/drawing/2014/main" id="{932F8FC3-A6CD-451D-9F34-C554732A5004}"/>
              </a:ext>
            </a:extLst>
          </p:cNvPr>
          <p:cNvSpPr/>
          <p:nvPr/>
        </p:nvSpPr>
        <p:spPr>
          <a:xfrm>
            <a:off x="7370647" y="916929"/>
            <a:ext cx="1365204" cy="1373286"/>
          </a:xfrm>
          <a:prstGeom prst="ellipse">
            <a:avLst/>
          </a:prstGeom>
          <a:solidFill>
            <a:srgbClr val="CB33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3" name="Title 7">
            <a:extLst>
              <a:ext uri="{FF2B5EF4-FFF2-40B4-BE49-F238E27FC236}">
                <a16:creationId xmlns:a16="http://schemas.microsoft.com/office/drawing/2014/main" id="{89EE9E0E-0A8A-49F6-B5E5-0C23BC6B5CCB}"/>
              </a:ext>
            </a:extLst>
          </p:cNvPr>
          <p:cNvSpPr txBox="1">
            <a:spLocks/>
          </p:cNvSpPr>
          <p:nvPr/>
        </p:nvSpPr>
        <p:spPr>
          <a:xfrm>
            <a:off x="382554" y="512988"/>
            <a:ext cx="7977674" cy="1294039"/>
          </a:xfrm>
          <a:prstGeom prst="rect">
            <a:avLst/>
          </a:prstGeom>
        </p:spPr>
        <p:txBody>
          <a:bodyPr vert="horz" lIns="0" tIns="0" rIns="0" bIns="0" rtlCol="0" anchor="t">
            <a:normAutofit fontScale="77500" lnSpcReduction="20000"/>
          </a:bodyPr>
          <a:lstStyle>
            <a:lvl1pPr algn="l" defTabSz="914400" rtl="0" eaLnBrk="1" latinLnBrk="0" hangingPunct="1">
              <a:lnSpc>
                <a:spcPct val="90000"/>
              </a:lnSpc>
              <a:spcBef>
                <a:spcPct val="0"/>
              </a:spcBef>
              <a:buNone/>
              <a:defRPr sz="4000" b="1" i="0" kern="1200" spc="100" baseline="0">
                <a:solidFill>
                  <a:schemeClr val="bg1"/>
                </a:solidFill>
                <a:latin typeface="+mj-lt"/>
                <a:ea typeface="+mj-ea"/>
                <a:cs typeface="Arial Black" panose="020B0604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7500" b="1" i="0" u="none" strike="noStrike" kern="1200" cap="none" spc="100" normalizeH="0" baseline="0" noProof="0" dirty="0">
                <a:ln>
                  <a:noFill/>
                </a:ln>
                <a:solidFill>
                  <a:srgbClr val="FFFFFF"/>
                </a:solidFill>
                <a:effectLst/>
                <a:uLnTx/>
                <a:uFillTx/>
                <a:latin typeface="Segoe UI Black"/>
                <a:ea typeface="+mj-ea"/>
              </a:rPr>
              <a:t>THE LEGEND OF THE BULLDOG</a:t>
            </a:r>
          </a:p>
        </p:txBody>
      </p:sp>
      <p:pic>
        <p:nvPicPr>
          <p:cNvPr id="17" name="Picture 16">
            <a:extLst>
              <a:ext uri="{FF2B5EF4-FFF2-40B4-BE49-F238E27FC236}">
                <a16:creationId xmlns:a16="http://schemas.microsoft.com/office/drawing/2014/main" id="{651D0231-8C36-4ABA-B620-09E362CA6953}"/>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096000" y="2503848"/>
            <a:ext cx="5698671" cy="3799114"/>
          </a:xfrm>
          <a:prstGeom prst="rect">
            <a:avLst/>
          </a:prstGeom>
        </p:spPr>
      </p:pic>
    </p:spTree>
    <p:extLst>
      <p:ext uri="{BB962C8B-B14F-4D97-AF65-F5344CB8AC3E}">
        <p14:creationId xmlns:p14="http://schemas.microsoft.com/office/powerpoint/2010/main" val="526816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6FA43-637B-EF8D-3849-CFD9352B9105}"/>
              </a:ext>
            </a:extLst>
          </p:cNvPr>
          <p:cNvSpPr>
            <a:spLocks noGrp="1"/>
          </p:cNvSpPr>
          <p:nvPr>
            <p:ph type="title"/>
          </p:nvPr>
        </p:nvSpPr>
        <p:spPr>
          <a:xfrm>
            <a:off x="408162" y="287569"/>
            <a:ext cx="8442536" cy="978986"/>
          </a:xfrm>
        </p:spPr>
        <p:txBody>
          <a:bodyPr anchor="b"/>
          <a:lstStyle/>
          <a:p>
            <a:r>
              <a:rPr lang="en-US" sz="6600" dirty="0"/>
              <a:t>THE SPIRIT OF ‘88</a:t>
            </a:r>
          </a:p>
        </p:txBody>
      </p:sp>
      <p:sp>
        <p:nvSpPr>
          <p:cNvPr id="4" name="Rectangle 3">
            <a:extLst>
              <a:ext uri="{FF2B5EF4-FFF2-40B4-BE49-F238E27FC236}">
                <a16:creationId xmlns:a16="http://schemas.microsoft.com/office/drawing/2014/main" id="{663298EF-7BEB-F79A-D1CC-290A2068123F}"/>
              </a:ext>
            </a:extLst>
          </p:cNvPr>
          <p:cNvSpPr/>
          <p:nvPr/>
        </p:nvSpPr>
        <p:spPr>
          <a:xfrm>
            <a:off x="9366231" y="-13419"/>
            <a:ext cx="362304" cy="3985344"/>
          </a:xfrm>
          <a:prstGeom prst="rect">
            <a:avLst/>
          </a:prstGeom>
          <a:solidFill>
            <a:srgbClr val="CB33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6" name="Rectangle 5">
            <a:extLst>
              <a:ext uri="{FF2B5EF4-FFF2-40B4-BE49-F238E27FC236}">
                <a16:creationId xmlns:a16="http://schemas.microsoft.com/office/drawing/2014/main" id="{61D983BA-4E85-165D-01AF-193EDF12F3D0}"/>
              </a:ext>
            </a:extLst>
          </p:cNvPr>
          <p:cNvSpPr/>
          <p:nvPr/>
        </p:nvSpPr>
        <p:spPr>
          <a:xfrm>
            <a:off x="9964945" y="-13419"/>
            <a:ext cx="362304" cy="3985344"/>
          </a:xfrm>
          <a:prstGeom prst="rect">
            <a:avLst/>
          </a:prstGeom>
          <a:solidFill>
            <a:srgbClr val="CB33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ADC25FB2-49EA-7EF9-D6F1-007EBF6FF1CF}"/>
              </a:ext>
            </a:extLst>
          </p:cNvPr>
          <p:cNvSpPr/>
          <p:nvPr/>
        </p:nvSpPr>
        <p:spPr>
          <a:xfrm>
            <a:off x="10607202" y="-13420"/>
            <a:ext cx="362304" cy="3985344"/>
          </a:xfrm>
          <a:prstGeom prst="rect">
            <a:avLst/>
          </a:prstGeom>
          <a:solidFill>
            <a:srgbClr val="CB33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9" name="Text Placeholder 4">
            <a:extLst>
              <a:ext uri="{FF2B5EF4-FFF2-40B4-BE49-F238E27FC236}">
                <a16:creationId xmlns:a16="http://schemas.microsoft.com/office/drawing/2014/main" id="{6FA0680B-04E0-49BA-9B69-228A5C82BB4B}"/>
              </a:ext>
            </a:extLst>
          </p:cNvPr>
          <p:cNvSpPr txBox="1">
            <a:spLocks/>
          </p:cNvSpPr>
          <p:nvPr/>
        </p:nvSpPr>
        <p:spPr>
          <a:xfrm>
            <a:off x="408162" y="1429574"/>
            <a:ext cx="5328609" cy="5084700"/>
          </a:xfrm>
          <a:prstGeom prst="rect">
            <a:avLst/>
          </a:prstGeom>
        </p:spPr>
        <p:txBody>
          <a:bodyPr vert="horz" lIns="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b="1" i="0" kern="1200">
                <a:solidFill>
                  <a:schemeClr val="accent4"/>
                </a:solidFill>
                <a:latin typeface="+mj-lt"/>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b="1" i="0" kern="1200">
                <a:solidFill>
                  <a:schemeClr val="bg1"/>
                </a:solidFill>
                <a:latin typeface="Arial Black" panose="020B0604020202020204" pitchFamily="34" charset="0"/>
                <a:ea typeface="+mn-ea"/>
                <a:cs typeface="Arial Black"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auto" latinLnBrk="0" hangingPunct="1">
              <a:lnSpc>
                <a:spcPct val="100000"/>
              </a:lnSpc>
              <a:spcBef>
                <a:spcPts val="180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FFFFFF"/>
                </a:solidFill>
                <a:effectLst/>
                <a:uLnTx/>
                <a:uFillTx/>
                <a:latin typeface="Segoe UI"/>
                <a:ea typeface="+mn-ea"/>
                <a:cs typeface="Arial"/>
              </a:rPr>
              <a:t>1988</a:t>
            </a:r>
            <a:r>
              <a:rPr kumimoji="0" lang="en-US" sz="1800" b="0" i="0" u="none" strike="noStrike" kern="1200" cap="none" spc="0" normalizeH="0" baseline="0" noProof="0" dirty="0">
                <a:ln>
                  <a:noFill/>
                </a:ln>
                <a:solidFill>
                  <a:srgbClr val="FFFFFF"/>
                </a:solidFill>
                <a:effectLst/>
                <a:uLnTx/>
                <a:uFillTx/>
                <a:latin typeface="Segoe UI"/>
                <a:ea typeface="+mn-ea"/>
                <a:cs typeface="Arial"/>
              </a:rPr>
              <a:t> – The Bulldogs begin their move to Division I athletics by facing the nation’s 11</a:t>
            </a:r>
            <a:r>
              <a:rPr kumimoji="0" lang="en-US" sz="1800" b="0" i="0" u="none" strike="noStrike" kern="1200" cap="none" spc="0" normalizeH="0" baseline="30000" noProof="0" dirty="0">
                <a:ln>
                  <a:noFill/>
                </a:ln>
                <a:solidFill>
                  <a:srgbClr val="FFFFFF"/>
                </a:solidFill>
                <a:effectLst/>
                <a:uLnTx/>
                <a:uFillTx/>
                <a:latin typeface="Segoe UI"/>
                <a:ea typeface="+mn-ea"/>
                <a:cs typeface="Arial"/>
              </a:rPr>
              <a:t>th</a:t>
            </a:r>
            <a:r>
              <a:rPr kumimoji="0" lang="en-US" sz="1800" b="0" i="0" u="none" strike="noStrike" kern="1200" cap="none" spc="0" normalizeH="0" baseline="0" noProof="0" dirty="0">
                <a:ln>
                  <a:noFill/>
                </a:ln>
                <a:solidFill>
                  <a:srgbClr val="FFFFFF"/>
                </a:solidFill>
                <a:effectLst/>
                <a:uLnTx/>
                <a:uFillTx/>
                <a:latin typeface="Segoe UI"/>
                <a:ea typeface="+mn-ea"/>
                <a:cs typeface="Arial"/>
              </a:rPr>
              <a:t> toughest football schedule with a Division II roster. Loses big but never gives up. </a:t>
            </a:r>
          </a:p>
          <a:p>
            <a:pPr marL="342900" marR="0" lvl="0" indent="-342900" algn="l" defTabSz="914400" rtl="0" eaLnBrk="1" fontAlgn="auto" latinLnBrk="0" hangingPunct="1">
              <a:lnSpc>
                <a:spcPct val="100000"/>
              </a:lnSpc>
              <a:spcBef>
                <a:spcPts val="180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FFFFFF"/>
                </a:solidFill>
                <a:effectLst/>
                <a:uLnTx/>
                <a:uFillTx/>
                <a:latin typeface="Segoe UI"/>
                <a:ea typeface="+mn-ea"/>
                <a:cs typeface="Arial"/>
              </a:rPr>
              <a:t>1989</a:t>
            </a:r>
            <a:r>
              <a:rPr kumimoji="0" lang="en-US" sz="1800" b="0" i="0" u="none" strike="noStrike" kern="1200" cap="none" spc="0" normalizeH="0" baseline="0" noProof="0" dirty="0">
                <a:ln>
                  <a:noFill/>
                </a:ln>
                <a:solidFill>
                  <a:srgbClr val="FFFFFF"/>
                </a:solidFill>
                <a:effectLst/>
                <a:uLnTx/>
                <a:uFillTx/>
                <a:latin typeface="Segoe UI"/>
                <a:ea typeface="+mn-ea"/>
                <a:cs typeface="Arial"/>
              </a:rPr>
              <a:t> – Statue commemorating the </a:t>
            </a:r>
            <a:r>
              <a:rPr kumimoji="0" lang="en-US" sz="1800" b="1" i="1" u="none" strike="noStrike" kern="1200" cap="none" spc="0" normalizeH="0" baseline="0" noProof="0" dirty="0">
                <a:ln>
                  <a:noFill/>
                </a:ln>
                <a:solidFill>
                  <a:srgbClr val="FFFFFF"/>
                </a:solidFill>
                <a:effectLst/>
                <a:uLnTx/>
                <a:uFillTx/>
                <a:latin typeface="Segoe UI"/>
                <a:ea typeface="+mn-ea"/>
                <a:cs typeface="Arial"/>
              </a:rPr>
              <a:t>spirit</a:t>
            </a:r>
            <a:r>
              <a:rPr kumimoji="0" lang="en-US" sz="1800" b="0" i="1" u="none" strike="noStrike" kern="1200" cap="none" spc="0" normalizeH="0" baseline="0" noProof="0" dirty="0">
                <a:ln>
                  <a:noFill/>
                </a:ln>
                <a:solidFill>
                  <a:srgbClr val="FFFFFF"/>
                </a:solidFill>
                <a:effectLst/>
                <a:uLnTx/>
                <a:uFillTx/>
                <a:latin typeface="Segoe UI"/>
                <a:ea typeface="+mn-ea"/>
                <a:cs typeface="Arial"/>
              </a:rPr>
              <a:t> </a:t>
            </a:r>
            <a:r>
              <a:rPr kumimoji="0" lang="en-US" sz="1800" b="0" i="0" u="none" strike="noStrike" kern="1200" cap="none" spc="0" normalizeH="0" baseline="0" noProof="0" dirty="0">
                <a:ln>
                  <a:noFill/>
                </a:ln>
                <a:solidFill>
                  <a:srgbClr val="FFFFFF"/>
                </a:solidFill>
                <a:effectLst/>
                <a:uLnTx/>
                <a:uFillTx/>
                <a:latin typeface="Segoe UI"/>
                <a:ea typeface="+mn-ea"/>
                <a:cs typeface="Arial"/>
              </a:rPr>
              <a:t>of that 1988 team is commissioned and unveiled in South Endzone.</a:t>
            </a:r>
          </a:p>
          <a:p>
            <a:pPr marL="342900" marR="0" lvl="0" indent="-342900" algn="l" defTabSz="914400" rtl="0" eaLnBrk="1" fontAlgn="auto" latinLnBrk="0" hangingPunct="1">
              <a:lnSpc>
                <a:spcPct val="100000"/>
              </a:lnSpc>
              <a:spcBef>
                <a:spcPts val="180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FFFFFF"/>
                </a:solidFill>
                <a:effectLst/>
                <a:uLnTx/>
                <a:uFillTx/>
                <a:latin typeface="Segoe UI"/>
                <a:ea typeface="+mn-ea"/>
                <a:cs typeface="Arial"/>
              </a:rPr>
              <a:t>1989 – 1990 </a:t>
            </a:r>
            <a:r>
              <a:rPr kumimoji="0" lang="en-US" sz="1800" b="0" i="0" u="none" strike="noStrike" kern="1200" cap="none" spc="0" normalizeH="0" baseline="0" noProof="0" dirty="0">
                <a:ln>
                  <a:noFill/>
                </a:ln>
                <a:solidFill>
                  <a:srgbClr val="FFFFFF"/>
                </a:solidFill>
                <a:effectLst/>
                <a:uLnTx/>
                <a:uFillTx/>
                <a:latin typeface="Segoe UI"/>
                <a:ea typeface="+mn-ea"/>
                <a:cs typeface="Arial"/>
              </a:rPr>
              <a:t>– Tech competes in Division I and begins seeing increased success on the field including an 18 home-game win streak and a birth in the Independence Bowl.</a:t>
            </a:r>
          </a:p>
          <a:p>
            <a:pPr marL="342900" marR="0" lvl="0" indent="-342900" algn="l" defTabSz="914400" rtl="0" eaLnBrk="1" fontAlgn="auto" latinLnBrk="0" hangingPunct="1">
              <a:lnSpc>
                <a:spcPct val="100000"/>
              </a:lnSpc>
              <a:spcBef>
                <a:spcPts val="18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FFFFFF"/>
                </a:solidFill>
                <a:effectLst/>
                <a:uLnTx/>
                <a:uFillTx/>
                <a:latin typeface="Segoe UI"/>
                <a:ea typeface="+mn-ea"/>
                <a:cs typeface="Arial"/>
              </a:rPr>
              <a:t>The legend spreads as three additional Spirit of ‘88 statues pop up in the student center, president’s office, and the Academic Success Center in Shreveport for all Tech students to experience the magic themselves.  </a:t>
            </a:r>
            <a:endParaRPr kumimoji="0" lang="en-US" sz="1800" b="0" i="0" u="none" strike="noStrike" kern="1200" cap="none" spc="0" normalizeH="0" baseline="0" noProof="0" dirty="0">
              <a:ln>
                <a:noFill/>
              </a:ln>
              <a:solidFill>
                <a:srgbClr val="FFFFFF"/>
              </a:solidFill>
              <a:effectLst/>
              <a:uLnTx/>
              <a:uFillTx/>
              <a:latin typeface="Segoe UI"/>
              <a:ea typeface="+mn-ea"/>
              <a:cs typeface="Arial" panose="020B0604020202020204" pitchFamily="34" charset="0"/>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2400" b="1" i="0" u="none" strike="noStrike" kern="1200" cap="none" spc="0" normalizeH="0" baseline="0" noProof="0" dirty="0">
              <a:ln>
                <a:noFill/>
              </a:ln>
              <a:solidFill>
                <a:srgbClr val="FFFFFF"/>
              </a:solidFill>
              <a:effectLst/>
              <a:uLnTx/>
              <a:uFillTx/>
              <a:latin typeface="Segoe UI"/>
              <a:ea typeface="+mn-ea"/>
              <a:cs typeface="Arial" panose="020B0604020202020204" pitchFamily="34" charset="0"/>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2400" b="1" i="0" u="none" strike="noStrike" kern="1200" cap="none" spc="0" normalizeH="0" baseline="0" noProof="0" dirty="0">
              <a:ln>
                <a:noFill/>
              </a:ln>
              <a:solidFill>
                <a:srgbClr val="003087"/>
              </a:solidFill>
              <a:effectLst/>
              <a:uLnTx/>
              <a:uFillTx/>
              <a:latin typeface="Segoe UI"/>
              <a:ea typeface="+mn-ea"/>
              <a:cs typeface="Arial" panose="020B0604020202020204" pitchFamily="34" charset="0"/>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000" b="1" i="0" u="none" strike="noStrike" kern="1200" cap="none" spc="0" normalizeH="0" baseline="0" noProof="0" dirty="0">
              <a:ln>
                <a:noFill/>
              </a:ln>
              <a:solidFill>
                <a:srgbClr val="0A3254"/>
              </a:solidFill>
              <a:effectLst/>
              <a:uLnTx/>
              <a:uFillTx/>
              <a:latin typeface="Segoe UI Light"/>
              <a:ea typeface="+mn-ea"/>
              <a:cs typeface="Arial" panose="020B0604020202020204" pitchFamily="34" charset="0"/>
            </a:endParaRPr>
          </a:p>
        </p:txBody>
      </p:sp>
      <p:pic>
        <p:nvPicPr>
          <p:cNvPr id="10" name="Picture 9">
            <a:extLst>
              <a:ext uri="{FF2B5EF4-FFF2-40B4-BE49-F238E27FC236}">
                <a16:creationId xmlns:a16="http://schemas.microsoft.com/office/drawing/2014/main" id="{31E3782C-FB46-4BA6-A54C-2C4B72A39BA0}"/>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5848775" y="2090056"/>
            <a:ext cx="6343225" cy="4767944"/>
          </a:xfrm>
          <a:prstGeom prst="rect">
            <a:avLst/>
          </a:prstGeom>
        </p:spPr>
      </p:pic>
    </p:spTree>
    <p:extLst>
      <p:ext uri="{BB962C8B-B14F-4D97-AF65-F5344CB8AC3E}">
        <p14:creationId xmlns:p14="http://schemas.microsoft.com/office/powerpoint/2010/main" val="3078694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462D7-27D2-94DC-1264-B79226686001}"/>
              </a:ext>
            </a:extLst>
          </p:cNvPr>
          <p:cNvSpPr>
            <a:spLocks noGrp="1"/>
          </p:cNvSpPr>
          <p:nvPr>
            <p:ph type="title"/>
          </p:nvPr>
        </p:nvSpPr>
        <p:spPr>
          <a:xfrm>
            <a:off x="1347206" y="334553"/>
            <a:ext cx="9497587" cy="1668418"/>
          </a:xfrm>
        </p:spPr>
        <p:txBody>
          <a:bodyPr/>
          <a:lstStyle/>
          <a:p>
            <a:pPr algn="ctr"/>
            <a:r>
              <a:rPr lang="en-US" sz="6600" dirty="0">
                <a:latin typeface="Segoe UI"/>
              </a:rPr>
              <a:t>LOYAL BLUE FRIDAYS</a:t>
            </a:r>
          </a:p>
        </p:txBody>
      </p:sp>
      <p:sp>
        <p:nvSpPr>
          <p:cNvPr id="5" name="Content Placeholder 4">
            <a:extLst>
              <a:ext uri="{FF2B5EF4-FFF2-40B4-BE49-F238E27FC236}">
                <a16:creationId xmlns:a16="http://schemas.microsoft.com/office/drawing/2014/main" id="{E2CB98E7-7345-4449-AED9-A02BC0915A09}"/>
              </a:ext>
            </a:extLst>
          </p:cNvPr>
          <p:cNvSpPr>
            <a:spLocks noGrp="1"/>
          </p:cNvSpPr>
          <p:nvPr>
            <p:ph sz="quarter" idx="4294967295"/>
          </p:nvPr>
        </p:nvSpPr>
        <p:spPr>
          <a:xfrm>
            <a:off x="1730775" y="1313639"/>
            <a:ext cx="9114018" cy="558800"/>
          </a:xfrm>
        </p:spPr>
        <p:txBody>
          <a:bodyPr/>
          <a:lstStyle/>
          <a:p>
            <a:pPr marL="0" indent="0" algn="ctr">
              <a:buNone/>
            </a:pPr>
            <a:r>
              <a:rPr lang="en-US" sz="3200" dirty="0"/>
              <a:t>On Fridays, we wear BLUE!</a:t>
            </a:r>
          </a:p>
        </p:txBody>
      </p:sp>
      <p:grpSp>
        <p:nvGrpSpPr>
          <p:cNvPr id="16" name="Group 15">
            <a:extLst>
              <a:ext uri="{FF2B5EF4-FFF2-40B4-BE49-F238E27FC236}">
                <a16:creationId xmlns:a16="http://schemas.microsoft.com/office/drawing/2014/main" id="{ACE2ADAE-D9B5-4A87-9EFF-751F09E18033}"/>
              </a:ext>
            </a:extLst>
          </p:cNvPr>
          <p:cNvGrpSpPr/>
          <p:nvPr/>
        </p:nvGrpSpPr>
        <p:grpSpPr>
          <a:xfrm>
            <a:off x="1582293" y="2002971"/>
            <a:ext cx="9027412" cy="4278086"/>
            <a:chOff x="2857169" y="1908445"/>
            <a:chExt cx="9027412" cy="4278086"/>
          </a:xfrm>
        </p:grpSpPr>
        <p:pic>
          <p:nvPicPr>
            <p:cNvPr id="10" name="Picture 9">
              <a:extLst>
                <a:ext uri="{FF2B5EF4-FFF2-40B4-BE49-F238E27FC236}">
                  <a16:creationId xmlns:a16="http://schemas.microsoft.com/office/drawing/2014/main" id="{6F29FBBA-E88B-4521-BE5E-6A54C004F62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468250" y="1908445"/>
              <a:ext cx="6416331" cy="4278086"/>
            </a:xfrm>
            <a:prstGeom prst="rect">
              <a:avLst/>
            </a:prstGeom>
            <a:ln w="57150">
              <a:solidFill>
                <a:schemeClr val="bg1"/>
              </a:solidFill>
            </a:ln>
          </p:spPr>
        </p:pic>
        <p:pic>
          <p:nvPicPr>
            <p:cNvPr id="12" name="Picture 11">
              <a:extLst>
                <a:ext uri="{FF2B5EF4-FFF2-40B4-BE49-F238E27FC236}">
                  <a16:creationId xmlns:a16="http://schemas.microsoft.com/office/drawing/2014/main" id="{74099473-1922-40C0-B223-52DC12BE16B5}"/>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2857169" y="4150904"/>
              <a:ext cx="2500820" cy="2035627"/>
            </a:xfrm>
            <a:prstGeom prst="rect">
              <a:avLst/>
            </a:prstGeom>
            <a:ln w="57150">
              <a:solidFill>
                <a:schemeClr val="bg1"/>
              </a:solidFill>
            </a:ln>
          </p:spPr>
        </p:pic>
        <p:pic>
          <p:nvPicPr>
            <p:cNvPr id="13" name="Picture 12">
              <a:extLst>
                <a:ext uri="{FF2B5EF4-FFF2-40B4-BE49-F238E27FC236}">
                  <a16:creationId xmlns:a16="http://schemas.microsoft.com/office/drawing/2014/main" id="{0FC9AC75-DC56-4668-895B-1C674B8C4720}"/>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2857169" y="1908445"/>
              <a:ext cx="2500820" cy="2182667"/>
            </a:xfrm>
            <a:prstGeom prst="rect">
              <a:avLst/>
            </a:prstGeom>
            <a:ln w="57150">
              <a:solidFill>
                <a:schemeClr val="bg1"/>
              </a:solidFill>
            </a:ln>
          </p:spPr>
        </p:pic>
      </p:grpSp>
    </p:spTree>
    <p:extLst>
      <p:ext uri="{BB962C8B-B14F-4D97-AF65-F5344CB8AC3E}">
        <p14:creationId xmlns:p14="http://schemas.microsoft.com/office/powerpoint/2010/main" val="3867578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736BF73-B796-0F53-7637-81AA9E8B26B3}"/>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0" y="-16062"/>
            <a:ext cx="12192000" cy="6874062"/>
          </a:xfrm>
          <a:prstGeom prst="rect">
            <a:avLst/>
          </a:prstGeom>
        </p:spPr>
      </p:pic>
      <p:sp>
        <p:nvSpPr>
          <p:cNvPr id="12" name="Rectangle 11">
            <a:extLst>
              <a:ext uri="{FF2B5EF4-FFF2-40B4-BE49-F238E27FC236}">
                <a16:creationId xmlns:a16="http://schemas.microsoft.com/office/drawing/2014/main" id="{116FE922-87AA-CFBC-9928-1B175ED6F7D1}"/>
              </a:ext>
            </a:extLst>
          </p:cNvPr>
          <p:cNvSpPr/>
          <p:nvPr/>
        </p:nvSpPr>
        <p:spPr>
          <a:xfrm>
            <a:off x="-199960" y="-242981"/>
            <a:ext cx="12591920" cy="7327900"/>
          </a:xfrm>
          <a:prstGeom prst="rect">
            <a:avLst/>
          </a:prstGeom>
          <a:solidFill>
            <a:srgbClr val="FFFFFF">
              <a:alpha val="76078"/>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4" name="Title 3">
            <a:extLst>
              <a:ext uri="{FF2B5EF4-FFF2-40B4-BE49-F238E27FC236}">
                <a16:creationId xmlns:a16="http://schemas.microsoft.com/office/drawing/2014/main" id="{008EE3ED-907B-0895-E106-41C9E388692F}"/>
              </a:ext>
            </a:extLst>
          </p:cNvPr>
          <p:cNvSpPr>
            <a:spLocks noGrp="1"/>
          </p:cNvSpPr>
          <p:nvPr>
            <p:ph type="title"/>
          </p:nvPr>
        </p:nvSpPr>
        <p:spPr>
          <a:xfrm>
            <a:off x="389539" y="395887"/>
            <a:ext cx="5395191" cy="961666"/>
          </a:xfrm>
        </p:spPr>
        <p:txBody>
          <a:bodyPr/>
          <a:lstStyle/>
          <a:p>
            <a:pPr algn="ctr"/>
            <a:r>
              <a:rPr lang="en-US" dirty="0">
                <a:solidFill>
                  <a:srgbClr val="003087"/>
                </a:solidFill>
              </a:rPr>
              <a:t>FIGHT SONG</a:t>
            </a:r>
            <a:br>
              <a:rPr lang="en-US" dirty="0">
                <a:solidFill>
                  <a:srgbClr val="003087"/>
                </a:solidFill>
              </a:rPr>
            </a:br>
            <a:r>
              <a:rPr lang="en-US" sz="1800" dirty="0">
                <a:solidFill>
                  <a:srgbClr val="003087"/>
                </a:solidFill>
              </a:rPr>
              <a:t>by James </a:t>
            </a:r>
            <a:r>
              <a:rPr lang="en-US" sz="1800" dirty="0" err="1">
                <a:solidFill>
                  <a:srgbClr val="003087"/>
                </a:solidFill>
              </a:rPr>
              <a:t>Alvey</a:t>
            </a:r>
            <a:r>
              <a:rPr lang="en-US" sz="1800" dirty="0">
                <a:solidFill>
                  <a:srgbClr val="003087"/>
                </a:solidFill>
              </a:rPr>
              <a:t> Smith</a:t>
            </a:r>
            <a:endParaRPr lang="en-US" dirty="0">
              <a:solidFill>
                <a:srgbClr val="CB333B"/>
              </a:solidFill>
            </a:endParaRPr>
          </a:p>
        </p:txBody>
      </p:sp>
      <p:sp>
        <p:nvSpPr>
          <p:cNvPr id="2" name="TextBox 1">
            <a:extLst>
              <a:ext uri="{FF2B5EF4-FFF2-40B4-BE49-F238E27FC236}">
                <a16:creationId xmlns:a16="http://schemas.microsoft.com/office/drawing/2014/main" id="{BBF9968E-3D37-4D83-8FF2-48441C6886C9}"/>
              </a:ext>
            </a:extLst>
          </p:cNvPr>
          <p:cNvSpPr txBox="1"/>
          <p:nvPr/>
        </p:nvSpPr>
        <p:spPr>
          <a:xfrm>
            <a:off x="433869" y="1676341"/>
            <a:ext cx="5530849" cy="486287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2200" b="0" i="0" u="none" strike="noStrike" kern="1200" cap="none" spc="0" normalizeH="0" baseline="0" noProof="0" dirty="0">
                <a:ln>
                  <a:noFill/>
                </a:ln>
                <a:solidFill>
                  <a:srgbClr val="CB333B"/>
                </a:solidFill>
                <a:effectLst/>
                <a:uLnTx/>
                <a:uFillTx/>
                <a:latin typeface="Segoe UI"/>
                <a:ea typeface="+mn-ea"/>
                <a:cs typeface="+mn-cs"/>
              </a:rPr>
              <a:t>Fight! Fight! Fight! For ole red and blue!</a:t>
            </a:r>
          </a:p>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2200" b="0" i="0" u="none" strike="noStrike" kern="1200" cap="none" spc="0" normalizeH="0" baseline="0" noProof="0" dirty="0">
                <a:ln>
                  <a:noFill/>
                </a:ln>
                <a:solidFill>
                  <a:srgbClr val="CB333B"/>
                </a:solidFill>
                <a:effectLst/>
                <a:uLnTx/>
                <a:uFillTx/>
                <a:latin typeface="Segoe UI"/>
                <a:ea typeface="+mn-ea"/>
                <a:cs typeface="+mn-cs"/>
              </a:rPr>
              <a:t>Show your might and we’ll root for you!</a:t>
            </a:r>
          </a:p>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2200" b="0" i="0" u="none" strike="noStrike" kern="1200" cap="none" spc="0" normalizeH="0" baseline="0" noProof="0" dirty="0">
                <a:ln>
                  <a:noFill/>
                </a:ln>
                <a:solidFill>
                  <a:srgbClr val="CB333B"/>
                </a:solidFill>
                <a:effectLst/>
                <a:uLnTx/>
                <a:uFillTx/>
                <a:latin typeface="Segoe UI"/>
                <a:ea typeface="+mn-ea"/>
                <a:cs typeface="+mn-cs"/>
              </a:rPr>
              <a:t>Get on your toes when you meet your foes,</a:t>
            </a:r>
          </a:p>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2200" b="0" i="0" u="none" strike="noStrike" kern="1200" cap="none" spc="0" normalizeH="0" baseline="0" noProof="0" dirty="0">
                <a:ln>
                  <a:noFill/>
                </a:ln>
                <a:solidFill>
                  <a:srgbClr val="CB333B"/>
                </a:solidFill>
                <a:effectLst/>
                <a:uLnTx/>
                <a:uFillTx/>
                <a:latin typeface="Segoe UI"/>
                <a:ea typeface="+mn-ea"/>
                <a:cs typeface="+mn-cs"/>
              </a:rPr>
              <a:t>And don’t let them break through!</a:t>
            </a:r>
          </a:p>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2200" b="0" i="0" u="none" strike="noStrike" kern="1200" cap="none" spc="0" normalizeH="0" baseline="0" noProof="0" dirty="0">
              <a:ln>
                <a:noFill/>
              </a:ln>
              <a:solidFill>
                <a:srgbClr val="CB333B"/>
              </a:solidFill>
              <a:effectLst/>
              <a:uLnTx/>
              <a:uFillTx/>
              <a:latin typeface="Segoe UI"/>
              <a:ea typeface="+mn-ea"/>
              <a:cs typeface="+mn-cs"/>
            </a:endParaRPr>
          </a:p>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2200" b="0" i="0" u="none" strike="noStrike" kern="1200" cap="none" spc="0" normalizeH="0" baseline="0" noProof="0" dirty="0">
                <a:ln>
                  <a:noFill/>
                </a:ln>
                <a:solidFill>
                  <a:srgbClr val="CB333B"/>
                </a:solidFill>
                <a:effectLst/>
                <a:uLnTx/>
                <a:uFillTx/>
                <a:latin typeface="Segoe UI"/>
                <a:ea typeface="+mn-ea"/>
                <a:cs typeface="+mn-cs"/>
              </a:rPr>
              <a:t>TECH! TECH! TECH!</a:t>
            </a:r>
          </a:p>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2200" b="0" i="0" u="none" strike="noStrike" kern="1200" cap="none" spc="0" normalizeH="0" baseline="0" noProof="0" dirty="0">
              <a:ln>
                <a:noFill/>
              </a:ln>
              <a:solidFill>
                <a:srgbClr val="CB333B"/>
              </a:solidFill>
              <a:effectLst/>
              <a:uLnTx/>
              <a:uFillTx/>
              <a:latin typeface="Segoe UI"/>
              <a:ea typeface="+mn-ea"/>
              <a:cs typeface="+mn-cs"/>
            </a:endParaRPr>
          </a:p>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2200" b="0" i="0" u="none" strike="noStrike" kern="1200" cap="none" spc="0" normalizeH="0" baseline="0" noProof="0" dirty="0">
                <a:ln>
                  <a:noFill/>
                </a:ln>
                <a:solidFill>
                  <a:srgbClr val="CB333B"/>
                </a:solidFill>
                <a:effectLst/>
                <a:uLnTx/>
                <a:uFillTx/>
                <a:latin typeface="Segoe UI"/>
                <a:ea typeface="+mn-ea"/>
                <a:cs typeface="+mn-cs"/>
              </a:rPr>
              <a:t>Hit those lines like good ole canines!</a:t>
            </a:r>
          </a:p>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2200" b="0" i="0" u="none" strike="noStrike" kern="1200" cap="none" spc="0" normalizeH="0" baseline="0" noProof="0" dirty="0">
                <a:ln>
                  <a:noFill/>
                </a:ln>
                <a:solidFill>
                  <a:srgbClr val="CB333B"/>
                </a:solidFill>
                <a:effectLst/>
                <a:uLnTx/>
                <a:uFillTx/>
                <a:latin typeface="Segoe UI"/>
                <a:ea typeface="+mn-ea"/>
                <a:cs typeface="+mn-cs"/>
              </a:rPr>
              <a:t>Break through for a touchdown or two!</a:t>
            </a:r>
          </a:p>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2200" b="0" i="0" u="none" strike="noStrike" kern="1200" cap="none" spc="0" normalizeH="0" baseline="0" noProof="0" dirty="0">
                <a:ln>
                  <a:noFill/>
                </a:ln>
                <a:solidFill>
                  <a:srgbClr val="CB333B"/>
                </a:solidFill>
                <a:effectLst/>
                <a:uLnTx/>
                <a:uFillTx/>
                <a:latin typeface="Segoe UI"/>
                <a:ea typeface="+mn-ea"/>
                <a:cs typeface="+mn-cs"/>
              </a:rPr>
              <a:t>Hold up your chin and let’s all go in</a:t>
            </a:r>
          </a:p>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2200" b="0" i="0" u="none" strike="noStrike" kern="1200" cap="none" spc="0" normalizeH="0" baseline="0" noProof="0" dirty="0">
                <a:ln>
                  <a:noFill/>
                </a:ln>
                <a:solidFill>
                  <a:srgbClr val="CB333B"/>
                </a:solidFill>
                <a:effectLst/>
                <a:uLnTx/>
                <a:uFillTx/>
                <a:latin typeface="Segoe UI"/>
                <a:ea typeface="+mn-ea"/>
                <a:cs typeface="+mn-cs"/>
              </a:rPr>
              <a:t>To win for the red and blue!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13" name="TextBox 12">
            <a:extLst>
              <a:ext uri="{FF2B5EF4-FFF2-40B4-BE49-F238E27FC236}">
                <a16:creationId xmlns:a16="http://schemas.microsoft.com/office/drawing/2014/main" id="{BC9B1812-33A0-49C9-965A-1E9F38B065B5}"/>
              </a:ext>
            </a:extLst>
          </p:cNvPr>
          <p:cNvSpPr txBox="1"/>
          <p:nvPr/>
        </p:nvSpPr>
        <p:spPr>
          <a:xfrm>
            <a:off x="6590194" y="1682454"/>
            <a:ext cx="4976329" cy="375487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2200" b="0" i="0" u="none" strike="noStrike" kern="1200" cap="none" spc="0" normalizeH="0" baseline="0" noProof="0" dirty="0">
                <a:ln>
                  <a:noFill/>
                </a:ln>
                <a:solidFill>
                  <a:srgbClr val="003087"/>
                </a:solidFill>
                <a:effectLst/>
                <a:uLnTx/>
                <a:uFillTx/>
                <a:latin typeface="Segoe UI"/>
                <a:ea typeface="+mn-ea"/>
                <a:cs typeface="+mn-cs"/>
              </a:rPr>
              <a:t>O Tech, thy halls so beautiful,</a:t>
            </a:r>
          </a:p>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2200" b="0" i="0" u="none" strike="noStrike" kern="1200" cap="none" spc="0" normalizeH="0" baseline="0" noProof="0" dirty="0">
                <a:ln>
                  <a:noFill/>
                </a:ln>
                <a:solidFill>
                  <a:srgbClr val="003087"/>
                </a:solidFill>
                <a:effectLst/>
                <a:uLnTx/>
                <a:uFillTx/>
                <a:latin typeface="Segoe UI"/>
                <a:ea typeface="+mn-ea"/>
                <a:cs typeface="+mn-cs"/>
              </a:rPr>
              <a:t>Thy pleasant walks, thy noble trees,</a:t>
            </a:r>
          </a:p>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2200" b="0" i="0" u="none" strike="noStrike" kern="1200" cap="none" spc="0" normalizeH="0" baseline="0" noProof="0" dirty="0">
                <a:ln>
                  <a:noFill/>
                </a:ln>
                <a:solidFill>
                  <a:srgbClr val="003087"/>
                </a:solidFill>
                <a:effectLst/>
                <a:uLnTx/>
                <a:uFillTx/>
                <a:latin typeface="Segoe UI"/>
                <a:ea typeface="+mn-ea"/>
                <a:cs typeface="+mn-cs"/>
              </a:rPr>
              <a:t>That charmed me in my college days,</a:t>
            </a:r>
          </a:p>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2200" b="0" i="0" u="none" strike="noStrike" kern="1200" cap="none" spc="0" normalizeH="0" baseline="0" noProof="0" dirty="0">
                <a:ln>
                  <a:noFill/>
                </a:ln>
                <a:solidFill>
                  <a:srgbClr val="003087"/>
                </a:solidFill>
                <a:effectLst/>
                <a:uLnTx/>
                <a:uFillTx/>
                <a:latin typeface="Segoe UI"/>
                <a:ea typeface="+mn-ea"/>
                <a:cs typeface="+mn-cs"/>
              </a:rPr>
              <a:t>Are ever dear to me.</a:t>
            </a:r>
          </a:p>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2200" b="0" i="0" u="none" strike="noStrike" kern="1200" cap="none" spc="0" normalizeH="0" baseline="0" noProof="0" dirty="0">
              <a:ln>
                <a:noFill/>
              </a:ln>
              <a:solidFill>
                <a:srgbClr val="003087"/>
              </a:solidFill>
              <a:effectLst/>
              <a:uLnTx/>
              <a:uFillTx/>
              <a:latin typeface="Segoe UI"/>
              <a:ea typeface="+mn-ea"/>
              <a:cs typeface="+mn-cs"/>
            </a:endParaRPr>
          </a:p>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2200" b="0" i="0" u="none" strike="noStrike" kern="1200" cap="none" spc="0" normalizeH="0" baseline="0" noProof="0" dirty="0">
                <a:ln>
                  <a:noFill/>
                </a:ln>
                <a:solidFill>
                  <a:srgbClr val="003087"/>
                </a:solidFill>
                <a:effectLst/>
                <a:uLnTx/>
                <a:uFillTx/>
                <a:latin typeface="Segoe UI"/>
                <a:ea typeface="+mn-ea"/>
                <a:cs typeface="+mn-cs"/>
              </a:rPr>
              <a:t>Louisiana Tech, I love thee,</a:t>
            </a:r>
          </a:p>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2200" b="0" i="0" u="none" strike="noStrike" kern="1200" cap="none" spc="0" normalizeH="0" baseline="0" noProof="0" dirty="0">
                <a:ln>
                  <a:noFill/>
                </a:ln>
                <a:solidFill>
                  <a:srgbClr val="003087"/>
                </a:solidFill>
                <a:effectLst/>
                <a:uLnTx/>
                <a:uFillTx/>
                <a:latin typeface="Segoe UI"/>
                <a:ea typeface="+mn-ea"/>
                <a:cs typeface="+mn-cs"/>
              </a:rPr>
              <a:t>My Alma Mater, My Alma Mater,</a:t>
            </a:r>
          </a:p>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2200" b="0" i="0" u="none" strike="noStrike" kern="1200" cap="none" spc="0" normalizeH="0" baseline="0" noProof="0" dirty="0">
                <a:ln>
                  <a:noFill/>
                </a:ln>
                <a:solidFill>
                  <a:srgbClr val="003087"/>
                </a:solidFill>
                <a:effectLst/>
                <a:uLnTx/>
                <a:uFillTx/>
                <a:latin typeface="Segoe UI"/>
                <a:ea typeface="+mn-ea"/>
                <a:cs typeface="+mn-cs"/>
              </a:rPr>
              <a:t>I will ever loyal be</a:t>
            </a:r>
          </a:p>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2200" b="0" i="0" u="none" strike="noStrike" kern="1200" cap="none" spc="0" normalizeH="0" baseline="0" noProof="0" dirty="0">
                <a:ln>
                  <a:noFill/>
                </a:ln>
                <a:solidFill>
                  <a:srgbClr val="003087"/>
                </a:solidFill>
                <a:effectLst/>
                <a:uLnTx/>
                <a:uFillTx/>
                <a:latin typeface="Segoe UI"/>
                <a:ea typeface="+mn-ea"/>
                <a:cs typeface="+mn-cs"/>
              </a:rPr>
              <a:t>To thee, my Alma Mater.</a:t>
            </a:r>
          </a:p>
        </p:txBody>
      </p:sp>
      <p:sp>
        <p:nvSpPr>
          <p:cNvPr id="14" name="Title 3">
            <a:extLst>
              <a:ext uri="{FF2B5EF4-FFF2-40B4-BE49-F238E27FC236}">
                <a16:creationId xmlns:a16="http://schemas.microsoft.com/office/drawing/2014/main" id="{51908D1F-5B4B-4E70-A2A9-EA51ADEAD764}"/>
              </a:ext>
            </a:extLst>
          </p:cNvPr>
          <p:cNvSpPr txBox="1">
            <a:spLocks/>
          </p:cNvSpPr>
          <p:nvPr/>
        </p:nvSpPr>
        <p:spPr>
          <a:xfrm>
            <a:off x="6407272" y="385374"/>
            <a:ext cx="5395191" cy="961666"/>
          </a:xfrm>
          <a:prstGeom prst="rect">
            <a:avLst/>
          </a:prstGeom>
        </p:spPr>
        <p:txBody>
          <a:bodyPr vert="horz" lIns="0" tIns="0" rIns="0" bIns="0" rtlCol="0" anchor="b">
            <a:noAutofit/>
          </a:bodyPr>
          <a:lstStyle>
            <a:lvl1pPr algn="l" defTabSz="914400" rtl="0" eaLnBrk="1" latinLnBrk="0" hangingPunct="1">
              <a:lnSpc>
                <a:spcPct val="90000"/>
              </a:lnSpc>
              <a:spcBef>
                <a:spcPct val="0"/>
              </a:spcBef>
              <a:buNone/>
              <a:defRPr sz="5400" b="1" i="0" kern="1200" spc="100" baseline="0">
                <a:solidFill>
                  <a:schemeClr val="bg1"/>
                </a:solidFill>
                <a:latin typeface="+mj-lt"/>
                <a:ea typeface="+mj-ea"/>
                <a:cs typeface="Arial Black"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5400" b="1" i="0" u="none" strike="noStrike" kern="1200" cap="none" spc="100" normalizeH="0" baseline="0" noProof="0" dirty="0">
                <a:ln>
                  <a:noFill/>
                </a:ln>
                <a:solidFill>
                  <a:srgbClr val="CB333B"/>
                </a:solidFill>
                <a:effectLst/>
                <a:uLnTx/>
                <a:uFillTx/>
                <a:latin typeface="Segoe UI Black"/>
                <a:ea typeface="+mj-ea"/>
              </a:rPr>
              <a:t>ALMA MATER</a:t>
            </a:r>
            <a:br>
              <a:rPr kumimoji="0" lang="en-US" sz="5400" b="1" i="0" u="none" strike="noStrike" kern="1200" cap="none" spc="100" normalizeH="0" baseline="0" noProof="0" dirty="0">
                <a:ln>
                  <a:noFill/>
                </a:ln>
                <a:solidFill>
                  <a:srgbClr val="CB333B"/>
                </a:solidFill>
                <a:effectLst/>
                <a:uLnTx/>
                <a:uFillTx/>
                <a:latin typeface="Segoe UI Black"/>
                <a:ea typeface="+mj-ea"/>
              </a:rPr>
            </a:br>
            <a:r>
              <a:rPr kumimoji="0" lang="en-US" sz="1800" b="1" i="0" u="none" strike="noStrike" kern="1200" cap="none" spc="100" normalizeH="0" baseline="0" noProof="0" dirty="0">
                <a:ln>
                  <a:noFill/>
                </a:ln>
                <a:solidFill>
                  <a:srgbClr val="CB333B"/>
                </a:solidFill>
                <a:effectLst/>
                <a:uLnTx/>
                <a:uFillTx/>
                <a:latin typeface="Segoe UI Black"/>
                <a:ea typeface="+mj-ea"/>
              </a:rPr>
              <a:t>by John P. Graham</a:t>
            </a:r>
            <a:endParaRPr kumimoji="0" lang="en-US" sz="5400" b="1" i="0" u="none" strike="noStrike" kern="1200" cap="none" spc="100" normalizeH="0" baseline="0" noProof="0" dirty="0">
              <a:ln>
                <a:noFill/>
              </a:ln>
              <a:solidFill>
                <a:srgbClr val="CB333B"/>
              </a:solidFill>
              <a:effectLst/>
              <a:uLnTx/>
              <a:uFillTx/>
              <a:latin typeface="Segoe UI Black"/>
              <a:ea typeface="+mj-ea"/>
            </a:endParaRPr>
          </a:p>
        </p:txBody>
      </p:sp>
    </p:spTree>
    <p:extLst>
      <p:ext uri="{BB962C8B-B14F-4D97-AF65-F5344CB8AC3E}">
        <p14:creationId xmlns:p14="http://schemas.microsoft.com/office/powerpoint/2010/main" val="35191187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462D7-27D2-94DC-1264-B79226686001}"/>
              </a:ext>
            </a:extLst>
          </p:cNvPr>
          <p:cNvSpPr>
            <a:spLocks noGrp="1"/>
          </p:cNvSpPr>
          <p:nvPr>
            <p:ph type="title"/>
          </p:nvPr>
        </p:nvSpPr>
        <p:spPr/>
        <p:txBody>
          <a:bodyPr/>
          <a:lstStyle/>
          <a:p>
            <a:r>
              <a:rPr lang="en-US" sz="6600" dirty="0">
                <a:latin typeface="Segoe UI"/>
              </a:rPr>
              <a:t>Why Tech? (Activity 3.2)</a:t>
            </a:r>
          </a:p>
        </p:txBody>
      </p:sp>
      <p:sp>
        <p:nvSpPr>
          <p:cNvPr id="15" name="Text Placeholder 14">
            <a:extLst>
              <a:ext uri="{FF2B5EF4-FFF2-40B4-BE49-F238E27FC236}">
                <a16:creationId xmlns:a16="http://schemas.microsoft.com/office/drawing/2014/main" id="{B61A2D1D-0937-D2AC-EE47-05940DD770E0}"/>
              </a:ext>
            </a:extLst>
          </p:cNvPr>
          <p:cNvSpPr>
            <a:spLocks noGrp="1"/>
          </p:cNvSpPr>
          <p:nvPr>
            <p:ph sz="quarter" idx="27"/>
          </p:nvPr>
        </p:nvSpPr>
        <p:spPr>
          <a:xfrm>
            <a:off x="813816" y="2610109"/>
            <a:ext cx="6875434" cy="2218871"/>
          </a:xfrm>
        </p:spPr>
        <p:txBody>
          <a:bodyPr vert="horz" lIns="0" tIns="0" rIns="0" bIns="0" rtlCol="0" anchor="t">
            <a:noAutofit/>
          </a:bodyPr>
          <a:lstStyle/>
          <a:p>
            <a:pPr marL="0" indent="0" algn="ctr">
              <a:buNone/>
            </a:pPr>
            <a:r>
              <a:rPr lang="en-US" sz="4000" dirty="0">
                <a:latin typeface="Segoe UI"/>
                <a:cs typeface="Arial"/>
              </a:rPr>
              <a:t>Why did you choose to go to college? What about Louisiana Tech specifically? List a few reasons for each. Which are the most important? Why?</a:t>
            </a:r>
            <a:endParaRPr lang="en-US" sz="4000" dirty="0">
              <a:latin typeface="Segoe UI"/>
            </a:endParaRPr>
          </a:p>
        </p:txBody>
      </p:sp>
    </p:spTree>
    <p:extLst>
      <p:ext uri="{BB962C8B-B14F-4D97-AF65-F5344CB8AC3E}">
        <p14:creationId xmlns:p14="http://schemas.microsoft.com/office/powerpoint/2010/main" val="4130254997"/>
      </p:ext>
    </p:extLst>
  </p:cSld>
  <p:clrMapOvr>
    <a:masterClrMapping/>
  </p:clrMapOvr>
</p:sld>
</file>

<file path=ppt/theme/theme1.xml><?xml version="1.0" encoding="utf-8"?>
<a:theme xmlns:a="http://schemas.openxmlformats.org/drawingml/2006/main" name="FYE Master Theme">
  <a:themeElements>
    <a:clrScheme name="Tech Colors">
      <a:dk1>
        <a:srgbClr val="000000"/>
      </a:dk1>
      <a:lt1>
        <a:srgbClr val="FFFFFF"/>
      </a:lt1>
      <a:dk2>
        <a:srgbClr val="003087"/>
      </a:dk2>
      <a:lt2>
        <a:srgbClr val="E7E6E6"/>
      </a:lt2>
      <a:accent1>
        <a:srgbClr val="CB333B"/>
      </a:accent1>
      <a:accent2>
        <a:srgbClr val="69B3E7"/>
      </a:accent2>
      <a:accent3>
        <a:srgbClr val="003087"/>
      </a:accent3>
      <a:accent4>
        <a:srgbClr val="0A3254"/>
      </a:accent4>
      <a:accent5>
        <a:srgbClr val="C6DAE7"/>
      </a:accent5>
      <a:accent6>
        <a:srgbClr val="B73E26"/>
      </a:accent6>
      <a:hlink>
        <a:srgbClr val="A2AAAD"/>
      </a:hlink>
      <a:folHlink>
        <a:srgbClr val="0A3254"/>
      </a:folHlink>
    </a:clrScheme>
    <a:fontScheme name="FYE Preset">
      <a:majorFont>
        <a:latin typeface="Segoe UI Black"/>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YE Master Theme" id="{A5532E02-0C95-4B11-A02F-012758BDF0C4}" vid="{92DB46EE-445B-43BD-9DB3-7C7D265005E8}"/>
    </a:ext>
  </a:extLst>
</a:theme>
</file>

<file path=ppt/theme/theme2.xml><?xml version="1.0" encoding="utf-8"?>
<a:theme xmlns:a="http://schemas.openxmlformats.org/drawingml/2006/main" name="1_FYE Master Theme">
  <a:themeElements>
    <a:clrScheme name="Tech Colors">
      <a:dk1>
        <a:srgbClr val="000000"/>
      </a:dk1>
      <a:lt1>
        <a:srgbClr val="FFFFFF"/>
      </a:lt1>
      <a:dk2>
        <a:srgbClr val="003087"/>
      </a:dk2>
      <a:lt2>
        <a:srgbClr val="E7E6E6"/>
      </a:lt2>
      <a:accent1>
        <a:srgbClr val="CB333B"/>
      </a:accent1>
      <a:accent2>
        <a:srgbClr val="69B3E7"/>
      </a:accent2>
      <a:accent3>
        <a:srgbClr val="003087"/>
      </a:accent3>
      <a:accent4>
        <a:srgbClr val="0A3254"/>
      </a:accent4>
      <a:accent5>
        <a:srgbClr val="C6DAE7"/>
      </a:accent5>
      <a:accent6>
        <a:srgbClr val="B73E26"/>
      </a:accent6>
      <a:hlink>
        <a:srgbClr val="A2AAAD"/>
      </a:hlink>
      <a:folHlink>
        <a:srgbClr val="0A3254"/>
      </a:folHlink>
    </a:clrScheme>
    <a:fontScheme name="FYE Preset">
      <a:majorFont>
        <a:latin typeface="Segoe UI Black"/>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YE Master Theme" id="{23E53EA7-8BFA-486B-A80D-9F0A33E7E0C9}" vid="{0E37A176-8147-4D86-8613-5379B6543445}"/>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FYE Master Theme</Template>
  <TotalTime>12</TotalTime>
  <Words>1709</Words>
  <Application>Microsoft Office PowerPoint</Application>
  <PresentationFormat>Widescreen</PresentationFormat>
  <Paragraphs>199</Paragraphs>
  <Slides>24</Slides>
  <Notes>23</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24</vt:i4>
      </vt:variant>
    </vt:vector>
  </HeadingPairs>
  <TitlesOfParts>
    <vt:vector size="32" baseType="lpstr">
      <vt:lpstr>Aptos</vt:lpstr>
      <vt:lpstr>Arial</vt:lpstr>
      <vt:lpstr>Arial Black</vt:lpstr>
      <vt:lpstr>Segoe UI</vt:lpstr>
      <vt:lpstr>Segoe UI Black</vt:lpstr>
      <vt:lpstr>Segoe UI Light</vt:lpstr>
      <vt:lpstr>FYE Master Theme</vt:lpstr>
      <vt:lpstr>1_FYE Master Theme</vt:lpstr>
      <vt:lpstr>TRANSITIONING TO COLLEGE LIFE</vt:lpstr>
      <vt:lpstr>CHAPTER OBJECTIVES</vt:lpstr>
      <vt:lpstr>Let’s Reflect…</vt:lpstr>
      <vt:lpstr>What freshmen fear the most…</vt:lpstr>
      <vt:lpstr>Taking Care of YOU</vt:lpstr>
      <vt:lpstr>Goodbye High School</vt:lpstr>
      <vt:lpstr>NAVIGATING THE TRANSITION</vt:lpstr>
      <vt:lpstr>NAVIGATING THE TRANSITION</vt:lpstr>
      <vt:lpstr>10 Steps to Getting Good Grades in College…</vt:lpstr>
      <vt:lpstr>PowerPoint Presentation</vt:lpstr>
      <vt:lpstr>Time Management Activity (2.1)</vt:lpstr>
      <vt:lpstr>LOUISIANA TECH: Your New Home</vt:lpstr>
      <vt:lpstr>CHAPTER OBJECTIVES</vt:lpstr>
      <vt:lpstr>PowerPoint Presentation</vt:lpstr>
      <vt:lpstr>LOUISIANA TECH GRADUATION MILESTONES</vt:lpstr>
      <vt:lpstr>LOUISIANA TECH  TRADITIONS</vt:lpstr>
      <vt:lpstr>THE TENETS OF TECH</vt:lpstr>
      <vt:lpstr>THE TENET MEDALLION &amp; ACADEMIC CONVOCATION</vt:lpstr>
      <vt:lpstr>THE LADY OF THE MIST</vt:lpstr>
      <vt:lpstr>PowerPoint Presentation</vt:lpstr>
      <vt:lpstr>THE SPIRIT OF ‘88</vt:lpstr>
      <vt:lpstr>LOYAL BLUE FRIDAYS</vt:lpstr>
      <vt:lpstr>FIGHT SONG by James Alvey Smith</vt:lpstr>
      <vt:lpstr>Why Tech? (Activity 3.2)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Elton Taylor</dc:creator>
  <cp:lastModifiedBy>William Long</cp:lastModifiedBy>
  <cp:revision>2</cp:revision>
  <dcterms:created xsi:type="dcterms:W3CDTF">2025-08-11T01:17:11Z</dcterms:created>
  <dcterms:modified xsi:type="dcterms:W3CDTF">2025-09-08T14:48:52Z</dcterms:modified>
</cp:coreProperties>
</file>