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7"/>
  </p:notesMasterIdLst>
  <p:sldIdLst>
    <p:sldId id="348" r:id="rId2"/>
    <p:sldId id="329" r:id="rId3"/>
    <p:sldId id="353" r:id="rId4"/>
    <p:sldId id="359" r:id="rId5"/>
    <p:sldId id="343" r:id="rId6"/>
    <p:sldId id="334" r:id="rId7"/>
    <p:sldId id="361" r:id="rId8"/>
    <p:sldId id="362" r:id="rId9"/>
    <p:sldId id="363" r:id="rId10"/>
    <p:sldId id="365" r:id="rId11"/>
    <p:sldId id="325" r:id="rId12"/>
    <p:sldId id="328" r:id="rId13"/>
    <p:sldId id="331" r:id="rId14"/>
    <p:sldId id="366" r:id="rId15"/>
    <p:sldId id="349" r:id="rId16"/>
    <p:sldId id="367" r:id="rId17"/>
    <p:sldId id="355" r:id="rId18"/>
    <p:sldId id="368" r:id="rId19"/>
    <p:sldId id="360" r:id="rId20"/>
    <p:sldId id="369" r:id="rId21"/>
    <p:sldId id="370" r:id="rId22"/>
    <p:sldId id="371" r:id="rId23"/>
    <p:sldId id="364" r:id="rId24"/>
    <p:sldId id="372" r:id="rId25"/>
    <p:sldId id="338"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117" d="100"/>
          <a:sy n="117" d="100"/>
        </p:scale>
        <p:origin x="35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09537F-18DC-4CF5-B0FE-DA5A6B64A8C0}" type="datetimeFigureOut">
              <a:rPr lang="en-US" smtClean="0"/>
              <a:t>9/8/2025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F894C5-8E7C-45E5-AEDE-C88640DA68DA}" type="slidenum">
              <a:rPr lang="en-US" smtClean="0"/>
              <a:t>‹#›</a:t>
            </a:fld>
            <a:endParaRPr lang="en-US"/>
          </a:p>
        </p:txBody>
      </p:sp>
    </p:spTree>
    <p:extLst>
      <p:ext uri="{BB962C8B-B14F-4D97-AF65-F5344CB8AC3E}">
        <p14:creationId xmlns:p14="http://schemas.microsoft.com/office/powerpoint/2010/main" val="7512026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E09883-B744-4FDD-8623-D69A66650022}" type="slidenum">
              <a:rPr lang="en-US" smtClean="0"/>
              <a:t>1</a:t>
            </a:fld>
            <a:endParaRPr lang="en-US" dirty="0"/>
          </a:p>
        </p:txBody>
      </p:sp>
    </p:spTree>
    <p:extLst>
      <p:ext uri="{BB962C8B-B14F-4D97-AF65-F5344CB8AC3E}">
        <p14:creationId xmlns:p14="http://schemas.microsoft.com/office/powerpoint/2010/main" val="8824519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E09883-B744-4FDD-8623-D69A66650022}" type="slidenum">
              <a:rPr lang="en-US" smtClean="0"/>
              <a:t>2</a:t>
            </a:fld>
            <a:endParaRPr lang="en-US" dirty="0"/>
          </a:p>
        </p:txBody>
      </p:sp>
    </p:spTree>
    <p:extLst>
      <p:ext uri="{BB962C8B-B14F-4D97-AF65-F5344CB8AC3E}">
        <p14:creationId xmlns:p14="http://schemas.microsoft.com/office/powerpoint/2010/main" val="33415518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E09883-B744-4FDD-8623-D69A66650022}" type="slidenum">
              <a:rPr lang="en-US" smtClean="0"/>
              <a:t>3</a:t>
            </a:fld>
            <a:endParaRPr lang="en-US" dirty="0"/>
          </a:p>
        </p:txBody>
      </p:sp>
    </p:spTree>
    <p:extLst>
      <p:ext uri="{BB962C8B-B14F-4D97-AF65-F5344CB8AC3E}">
        <p14:creationId xmlns:p14="http://schemas.microsoft.com/office/powerpoint/2010/main" val="22432580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E09883-B744-4FDD-8623-D69A66650022}" type="slidenum">
              <a:rPr lang="en-US" smtClean="0"/>
              <a:t>4</a:t>
            </a:fld>
            <a:endParaRPr lang="en-US" dirty="0"/>
          </a:p>
        </p:txBody>
      </p:sp>
    </p:spTree>
    <p:extLst>
      <p:ext uri="{BB962C8B-B14F-4D97-AF65-F5344CB8AC3E}">
        <p14:creationId xmlns:p14="http://schemas.microsoft.com/office/powerpoint/2010/main" val="2155247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E09883-B744-4FDD-8623-D69A66650022}" type="slidenum">
              <a:rPr lang="en-US" smtClean="0"/>
              <a:t>5</a:t>
            </a:fld>
            <a:endParaRPr lang="en-US" dirty="0"/>
          </a:p>
        </p:txBody>
      </p:sp>
    </p:spTree>
    <p:extLst>
      <p:ext uri="{BB962C8B-B14F-4D97-AF65-F5344CB8AC3E}">
        <p14:creationId xmlns:p14="http://schemas.microsoft.com/office/powerpoint/2010/main" val="896820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E09883-B744-4FDD-8623-D69A66650022}" type="slidenum">
              <a:rPr lang="en-US" smtClean="0"/>
              <a:t>6</a:t>
            </a:fld>
            <a:endParaRPr lang="en-US" dirty="0"/>
          </a:p>
        </p:txBody>
      </p:sp>
    </p:spTree>
    <p:extLst>
      <p:ext uri="{BB962C8B-B14F-4D97-AF65-F5344CB8AC3E}">
        <p14:creationId xmlns:p14="http://schemas.microsoft.com/office/powerpoint/2010/main" val="37043637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E09883-B744-4FDD-8623-D69A66650022}" type="slidenum">
              <a:rPr lang="en-US" smtClean="0"/>
              <a:t>7</a:t>
            </a:fld>
            <a:endParaRPr lang="en-US" dirty="0"/>
          </a:p>
        </p:txBody>
      </p:sp>
    </p:spTree>
    <p:extLst>
      <p:ext uri="{BB962C8B-B14F-4D97-AF65-F5344CB8AC3E}">
        <p14:creationId xmlns:p14="http://schemas.microsoft.com/office/powerpoint/2010/main" val="41845637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E09883-B744-4FDD-8623-D69A66650022}" type="slidenum">
              <a:rPr lang="en-US" smtClean="0"/>
              <a:t>8</a:t>
            </a:fld>
            <a:endParaRPr lang="en-US" dirty="0"/>
          </a:p>
        </p:txBody>
      </p:sp>
    </p:spTree>
    <p:extLst>
      <p:ext uri="{BB962C8B-B14F-4D97-AF65-F5344CB8AC3E}">
        <p14:creationId xmlns:p14="http://schemas.microsoft.com/office/powerpoint/2010/main" val="24505652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E09883-B744-4FDD-8623-D69A66650022}" type="slidenum">
              <a:rPr lang="en-US" smtClean="0"/>
              <a:t>9</a:t>
            </a:fld>
            <a:endParaRPr lang="en-US" dirty="0"/>
          </a:p>
        </p:txBody>
      </p:sp>
    </p:spTree>
    <p:extLst>
      <p:ext uri="{BB962C8B-B14F-4D97-AF65-F5344CB8AC3E}">
        <p14:creationId xmlns:p14="http://schemas.microsoft.com/office/powerpoint/2010/main" val="22296063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E09883-B744-4FDD-8623-D69A66650022}" type="slidenum">
              <a:rPr lang="en-US" smtClean="0"/>
              <a:t>10</a:t>
            </a:fld>
            <a:endParaRPr lang="en-US" dirty="0"/>
          </a:p>
        </p:txBody>
      </p:sp>
    </p:spTree>
    <p:extLst>
      <p:ext uri="{BB962C8B-B14F-4D97-AF65-F5344CB8AC3E}">
        <p14:creationId xmlns:p14="http://schemas.microsoft.com/office/powerpoint/2010/main" val="16081564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E09883-B744-4FDD-8623-D69A66650022}" type="slidenum">
              <a:rPr lang="en-US" smtClean="0"/>
              <a:t>11</a:t>
            </a:fld>
            <a:endParaRPr lang="en-US" dirty="0"/>
          </a:p>
        </p:txBody>
      </p:sp>
    </p:spTree>
    <p:extLst>
      <p:ext uri="{BB962C8B-B14F-4D97-AF65-F5344CB8AC3E}">
        <p14:creationId xmlns:p14="http://schemas.microsoft.com/office/powerpoint/2010/main" val="34869088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E09883-B744-4FDD-8623-D69A66650022}" type="slidenum">
              <a:rPr lang="en-US" smtClean="0"/>
              <a:t>12</a:t>
            </a:fld>
            <a:endParaRPr lang="en-US" dirty="0"/>
          </a:p>
        </p:txBody>
      </p:sp>
    </p:spTree>
    <p:extLst>
      <p:ext uri="{BB962C8B-B14F-4D97-AF65-F5344CB8AC3E}">
        <p14:creationId xmlns:p14="http://schemas.microsoft.com/office/powerpoint/2010/main" val="4601060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E09883-B744-4FDD-8623-D69A66650022}" type="slidenum">
              <a:rPr lang="en-US" smtClean="0"/>
              <a:t>13</a:t>
            </a:fld>
            <a:endParaRPr lang="en-US" dirty="0"/>
          </a:p>
        </p:txBody>
      </p:sp>
    </p:spTree>
    <p:extLst>
      <p:ext uri="{BB962C8B-B14F-4D97-AF65-F5344CB8AC3E}">
        <p14:creationId xmlns:p14="http://schemas.microsoft.com/office/powerpoint/2010/main" val="25707651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E09883-B744-4FDD-8623-D69A66650022}" type="slidenum">
              <a:rPr lang="en-US" smtClean="0"/>
              <a:t>14</a:t>
            </a:fld>
            <a:endParaRPr lang="en-US" dirty="0"/>
          </a:p>
        </p:txBody>
      </p:sp>
    </p:spTree>
    <p:extLst>
      <p:ext uri="{BB962C8B-B14F-4D97-AF65-F5344CB8AC3E}">
        <p14:creationId xmlns:p14="http://schemas.microsoft.com/office/powerpoint/2010/main" val="23937475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E09883-B744-4FDD-8623-D69A6665002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327090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E09883-B744-4FDD-8623-D69A6665002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415518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E09883-B744-4FDD-8623-D69A6665002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175932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E09883-B744-4FDD-8623-D69A6665002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043637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E09883-B744-4FDD-8623-D69A6665002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816060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E09883-B744-4FDD-8623-D69A6665002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155352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E09883-B744-4FDD-8623-D69A6665002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450018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E09883-B744-4FDD-8623-D69A6665002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801222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E09883-B744-4FDD-8623-D69A6665002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890771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E09883-B744-4FDD-8623-D69A6665002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8429289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E09883-B744-4FDD-8623-D69A6665002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83384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811185" y="629469"/>
            <a:ext cx="7319941" cy="5599062"/>
          </a:xfrm>
        </p:spPr>
        <p:txBody>
          <a:bodyPr lIns="0" tIns="0" rIns="0" bIns="0" anchor="ctr">
            <a:noAutofit/>
          </a:bodyPr>
          <a:lstStyle>
            <a:lvl1pPr marL="0" algn="l">
              <a:lnSpc>
                <a:spcPct val="80000"/>
              </a:lnSpc>
              <a:spcBef>
                <a:spcPts val="0"/>
              </a:spcBef>
              <a:spcAft>
                <a:spcPts val="0"/>
              </a:spcAft>
              <a:defRPr sz="7000"/>
            </a:lvl1pPr>
          </a:lstStyle>
          <a:p>
            <a:r>
              <a:rPr lang="en-US" dirty="0"/>
              <a:t>Click to add title</a:t>
            </a:r>
          </a:p>
        </p:txBody>
      </p:sp>
    </p:spTree>
    <p:extLst>
      <p:ext uri="{BB962C8B-B14F-4D97-AF65-F5344CB8AC3E}">
        <p14:creationId xmlns:p14="http://schemas.microsoft.com/office/powerpoint/2010/main" val="21057667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11185" y="621973"/>
            <a:ext cx="6400800" cy="1828800"/>
          </a:xfrm>
        </p:spPr>
        <p:txBody>
          <a:bodyPr lIns="0" tIns="0" rIns="0" bIns="0">
            <a:noAutofit/>
          </a:bodyPr>
          <a:lstStyle>
            <a:lvl1pPr>
              <a:defRPr baseline="0"/>
            </a:lvl1pPr>
          </a:lstStyle>
          <a:p>
            <a:r>
              <a:rPr lang="en-US" dirty="0"/>
              <a:t>Click to add title</a:t>
            </a:r>
          </a:p>
        </p:txBody>
      </p:sp>
      <p:pic>
        <p:nvPicPr>
          <p:cNvPr id="10" name="Graphic 9">
            <a:extLst>
              <a:ext uri="{FF2B5EF4-FFF2-40B4-BE49-F238E27FC236}">
                <a16:creationId xmlns:a16="http://schemas.microsoft.com/office/drawing/2014/main" id="{B3606A3B-5B75-C830-0580-02B3AF648B3A}"/>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0286" t="49280" r="50286"/>
          <a:stretch/>
        </p:blipFill>
        <p:spPr>
          <a:xfrm>
            <a:off x="8077200" y="0"/>
            <a:ext cx="4114800" cy="3478385"/>
          </a:xfrm>
          <a:custGeom>
            <a:avLst/>
            <a:gdLst>
              <a:gd name="connsiteX0" fmla="*/ 0 w 4114800"/>
              <a:gd name="connsiteY0" fmla="*/ 0 h 5712824"/>
              <a:gd name="connsiteX1" fmla="*/ 4114800 w 4114800"/>
              <a:gd name="connsiteY1" fmla="*/ 0 h 5712824"/>
              <a:gd name="connsiteX2" fmla="*/ 4114800 w 4114800"/>
              <a:gd name="connsiteY2" fmla="*/ 5712824 h 5712824"/>
              <a:gd name="connsiteX3" fmla="*/ 0 w 4114800"/>
              <a:gd name="connsiteY3" fmla="*/ 5712824 h 5712824"/>
            </a:gdLst>
            <a:ahLst/>
            <a:cxnLst>
              <a:cxn ang="0">
                <a:pos x="connsiteX0" y="connsiteY0"/>
              </a:cxn>
              <a:cxn ang="0">
                <a:pos x="connsiteX1" y="connsiteY1"/>
              </a:cxn>
              <a:cxn ang="0">
                <a:pos x="connsiteX2" y="connsiteY2"/>
              </a:cxn>
              <a:cxn ang="0">
                <a:pos x="connsiteX3" y="connsiteY3"/>
              </a:cxn>
            </a:cxnLst>
            <a:rect l="l" t="t" r="r" b="b"/>
            <a:pathLst>
              <a:path w="4114800" h="5712824">
                <a:moveTo>
                  <a:pt x="0" y="0"/>
                </a:moveTo>
                <a:lnTo>
                  <a:pt x="4114800" y="0"/>
                </a:lnTo>
                <a:lnTo>
                  <a:pt x="4114800" y="5712824"/>
                </a:lnTo>
                <a:lnTo>
                  <a:pt x="0" y="5712824"/>
                </a:lnTo>
                <a:close/>
              </a:path>
            </a:pathLst>
          </a:custGeom>
        </p:spPr>
      </p:pic>
      <p:sp>
        <p:nvSpPr>
          <p:cNvPr id="12" name="Oval 11">
            <a:extLst>
              <a:ext uri="{FF2B5EF4-FFF2-40B4-BE49-F238E27FC236}">
                <a16:creationId xmlns:a16="http://schemas.microsoft.com/office/drawing/2014/main" id="{45B92DB2-64DD-608F-360F-52958A93EB5B}"/>
              </a:ext>
              <a:ext uri="{C183D7F6-B498-43B3-948B-1728B52AA6E4}">
                <adec:decorative xmlns:adec="http://schemas.microsoft.com/office/drawing/2017/decorative" val="1"/>
              </a:ext>
            </a:extLst>
          </p:cNvPr>
          <p:cNvSpPr/>
          <p:nvPr/>
        </p:nvSpPr>
        <p:spPr>
          <a:xfrm>
            <a:off x="11255550" y="-382268"/>
            <a:ext cx="1291008" cy="1291008"/>
          </a:xfrm>
          <a:prstGeom prst="ellipse">
            <a:avLst/>
          </a:prstGeom>
          <a:solidFill>
            <a:srgbClr val="CB33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Content Placeholder 5">
            <a:extLst>
              <a:ext uri="{FF2B5EF4-FFF2-40B4-BE49-F238E27FC236}">
                <a16:creationId xmlns:a16="http://schemas.microsoft.com/office/drawing/2014/main" id="{1CA1AC91-E5AE-A457-178C-6A577DAAF4C4}"/>
              </a:ext>
            </a:extLst>
          </p:cNvPr>
          <p:cNvSpPr>
            <a:spLocks noGrp="1"/>
          </p:cNvSpPr>
          <p:nvPr>
            <p:ph sz="quarter" idx="14" hasCustomPrompt="1"/>
          </p:nvPr>
        </p:nvSpPr>
        <p:spPr>
          <a:xfrm>
            <a:off x="811185" y="2774786"/>
            <a:ext cx="6400800" cy="3257550"/>
          </a:xfrm>
        </p:spPr>
        <p:txBody>
          <a:bodyPr lIns="0"/>
          <a:lstStyle>
            <a:lvl1pPr marL="0" indent="0">
              <a:buNone/>
              <a:defRPr sz="2400"/>
            </a:lvl1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05469782"/>
      </p:ext>
    </p:extLst>
  </p:cSld>
  <p:clrMapOvr>
    <a:masterClrMapping/>
  </p:clrMapOvr>
  <p:extLst>
    <p:ext uri="{DCECCB84-F9BA-43D5-87BE-67443E8EF086}">
      <p15:sldGuideLst xmlns:p15="http://schemas.microsoft.com/office/powerpoint/2012/main">
        <p15:guide id="1" pos="3840">
          <p15:clr>
            <a:srgbClr val="FBAE40"/>
          </p15:clr>
        </p15:guide>
        <p15:guide id="2" orient="horz" pos="1008">
          <p15:clr>
            <a:srgbClr val="FBAE40"/>
          </p15:clr>
        </p15:guide>
        <p15:guide id="3" orient="horz" pos="1560">
          <p15:clr>
            <a:srgbClr val="FBAE40"/>
          </p15:clr>
        </p15:guide>
        <p15:guide id="4" pos="312">
          <p15:clr>
            <a:srgbClr val="FBAE40"/>
          </p15:clr>
        </p15:guide>
        <p15:guide id="5" pos="81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 Picture">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F0B2CA14-03DC-FC05-7713-E0261B4B2F3E}"/>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3642" b="69630"/>
          <a:stretch>
            <a:fillRect/>
          </a:stretch>
        </p:blipFill>
        <p:spPr>
          <a:xfrm>
            <a:off x="5262" y="5114303"/>
            <a:ext cx="6608233" cy="2082800"/>
          </a:xfrm>
          <a:custGeom>
            <a:avLst/>
            <a:gdLst>
              <a:gd name="connsiteX0" fmla="*/ 0 w 6608233"/>
              <a:gd name="connsiteY0" fmla="*/ 0 h 2082800"/>
              <a:gd name="connsiteX1" fmla="*/ 6608233 w 6608233"/>
              <a:gd name="connsiteY1" fmla="*/ 0 h 2082800"/>
              <a:gd name="connsiteX2" fmla="*/ 6608233 w 6608233"/>
              <a:gd name="connsiteY2" fmla="*/ 2082800 h 2082800"/>
              <a:gd name="connsiteX3" fmla="*/ 0 w 6608233"/>
              <a:gd name="connsiteY3" fmla="*/ 2082800 h 2082800"/>
            </a:gdLst>
            <a:ahLst/>
            <a:cxnLst>
              <a:cxn ang="0">
                <a:pos x="connsiteX0" y="connsiteY0"/>
              </a:cxn>
              <a:cxn ang="0">
                <a:pos x="connsiteX1" y="connsiteY1"/>
              </a:cxn>
              <a:cxn ang="0">
                <a:pos x="connsiteX2" y="connsiteY2"/>
              </a:cxn>
              <a:cxn ang="0">
                <a:pos x="connsiteX3" y="connsiteY3"/>
              </a:cxn>
            </a:cxnLst>
            <a:rect l="l" t="t" r="r" b="b"/>
            <a:pathLst>
              <a:path w="6608233" h="2082800">
                <a:moveTo>
                  <a:pt x="0" y="0"/>
                </a:moveTo>
                <a:lnTo>
                  <a:pt x="6608233" y="0"/>
                </a:lnTo>
                <a:lnTo>
                  <a:pt x="6608233" y="2082800"/>
                </a:lnTo>
                <a:lnTo>
                  <a:pt x="0" y="2082800"/>
                </a:lnTo>
                <a:close/>
              </a:path>
            </a:pathLst>
          </a:custGeom>
        </p:spPr>
      </p:pic>
      <p:sp>
        <p:nvSpPr>
          <p:cNvPr id="5" name="Freeform 4">
            <a:extLst>
              <a:ext uri="{FF2B5EF4-FFF2-40B4-BE49-F238E27FC236}">
                <a16:creationId xmlns:a16="http://schemas.microsoft.com/office/drawing/2014/main" id="{5EC223C2-E475-8E7A-48D4-A9BC2EB6931C}"/>
              </a:ext>
              <a:ext uri="{C183D7F6-B498-43B3-948B-1728B52AA6E4}">
                <adec:decorative xmlns:adec="http://schemas.microsoft.com/office/drawing/2017/decorative" val="1"/>
              </a:ext>
            </a:extLst>
          </p:cNvPr>
          <p:cNvSpPr/>
          <p:nvPr/>
        </p:nvSpPr>
        <p:spPr>
          <a:xfrm>
            <a:off x="9773460" y="1013569"/>
            <a:ext cx="2692400" cy="2692400"/>
          </a:xfrm>
          <a:custGeom>
            <a:avLst/>
            <a:gdLst>
              <a:gd name="connsiteX0" fmla="*/ 1346200 w 2692400"/>
              <a:gd name="connsiteY0" fmla="*/ 0 h 2692400"/>
              <a:gd name="connsiteX1" fmla="*/ 2692400 w 2692400"/>
              <a:gd name="connsiteY1" fmla="*/ 1346200 h 2692400"/>
              <a:gd name="connsiteX2" fmla="*/ 1346200 w 2692400"/>
              <a:gd name="connsiteY2" fmla="*/ 2692400 h 2692400"/>
              <a:gd name="connsiteX3" fmla="*/ 0 w 2692400"/>
              <a:gd name="connsiteY3" fmla="*/ 1346200 h 2692400"/>
              <a:gd name="connsiteX4" fmla="*/ 1346200 w 2692400"/>
              <a:gd name="connsiteY4" fmla="*/ 0 h 2692400"/>
              <a:gd name="connsiteX5" fmla="*/ 1346199 w 2692400"/>
              <a:gd name="connsiteY5" fmla="*/ 457130 h 2692400"/>
              <a:gd name="connsiteX6" fmla="*/ 457130 w 2692400"/>
              <a:gd name="connsiteY6" fmla="*/ 1346199 h 2692400"/>
              <a:gd name="connsiteX7" fmla="*/ 1346199 w 2692400"/>
              <a:gd name="connsiteY7" fmla="*/ 2235268 h 2692400"/>
              <a:gd name="connsiteX8" fmla="*/ 2235268 w 2692400"/>
              <a:gd name="connsiteY8" fmla="*/ 1346199 h 2692400"/>
              <a:gd name="connsiteX9" fmla="*/ 1346199 w 2692400"/>
              <a:gd name="connsiteY9" fmla="*/ 457130 h 269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2400" h="2692400">
                <a:moveTo>
                  <a:pt x="1346200" y="0"/>
                </a:moveTo>
                <a:cubicBezTo>
                  <a:pt x="2089686" y="0"/>
                  <a:pt x="2692400" y="602714"/>
                  <a:pt x="2692400" y="1346200"/>
                </a:cubicBezTo>
                <a:cubicBezTo>
                  <a:pt x="2692400" y="2089686"/>
                  <a:pt x="2089686" y="2692400"/>
                  <a:pt x="1346200" y="2692400"/>
                </a:cubicBezTo>
                <a:cubicBezTo>
                  <a:pt x="602714" y="2692400"/>
                  <a:pt x="0" y="2089686"/>
                  <a:pt x="0" y="1346200"/>
                </a:cubicBezTo>
                <a:cubicBezTo>
                  <a:pt x="0" y="602714"/>
                  <a:pt x="602714" y="0"/>
                  <a:pt x="1346200" y="0"/>
                </a:cubicBezTo>
                <a:close/>
                <a:moveTo>
                  <a:pt x="1346199" y="457130"/>
                </a:moveTo>
                <a:cubicBezTo>
                  <a:pt x="855180" y="457130"/>
                  <a:pt x="457130" y="855180"/>
                  <a:pt x="457130" y="1346199"/>
                </a:cubicBezTo>
                <a:cubicBezTo>
                  <a:pt x="457130" y="1837218"/>
                  <a:pt x="855180" y="2235268"/>
                  <a:pt x="1346199" y="2235268"/>
                </a:cubicBezTo>
                <a:cubicBezTo>
                  <a:pt x="1837218" y="2235268"/>
                  <a:pt x="2235268" y="1837218"/>
                  <a:pt x="2235268" y="1346199"/>
                </a:cubicBezTo>
                <a:cubicBezTo>
                  <a:pt x="2235268" y="855180"/>
                  <a:pt x="1837218" y="457130"/>
                  <a:pt x="1346199" y="457130"/>
                </a:cubicBezTo>
                <a:close/>
              </a:path>
            </a:pathLst>
          </a:custGeom>
          <a:solidFill>
            <a:srgbClr val="D4EDF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Oval 5">
            <a:extLst>
              <a:ext uri="{FF2B5EF4-FFF2-40B4-BE49-F238E27FC236}">
                <a16:creationId xmlns:a16="http://schemas.microsoft.com/office/drawing/2014/main" id="{1BD9D7CE-BCD9-0B12-1945-C5FFE31A7DAE}"/>
              </a:ext>
              <a:ext uri="{C183D7F6-B498-43B3-948B-1728B52AA6E4}">
                <adec:decorative xmlns:adec="http://schemas.microsoft.com/office/drawing/2017/decorative" val="1"/>
              </a:ext>
            </a:extLst>
          </p:cNvPr>
          <p:cNvSpPr/>
          <p:nvPr/>
        </p:nvSpPr>
        <p:spPr>
          <a:xfrm>
            <a:off x="9130210" y="-230369"/>
            <a:ext cx="2115351" cy="2115351"/>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Title 1">
            <a:extLst>
              <a:ext uri="{FF2B5EF4-FFF2-40B4-BE49-F238E27FC236}">
                <a16:creationId xmlns:a16="http://schemas.microsoft.com/office/drawing/2014/main" id="{9455275E-28AB-F0B7-E799-5116B11205DF}"/>
              </a:ext>
            </a:extLst>
          </p:cNvPr>
          <p:cNvSpPr>
            <a:spLocks noGrp="1"/>
          </p:cNvSpPr>
          <p:nvPr>
            <p:ph type="title" hasCustomPrompt="1"/>
          </p:nvPr>
        </p:nvSpPr>
        <p:spPr>
          <a:xfrm>
            <a:off x="811185" y="827307"/>
            <a:ext cx="6400800" cy="5203387"/>
          </a:xfrm>
        </p:spPr>
        <p:txBody>
          <a:bodyPr lIns="0" tIns="0" rIns="0" bIns="0" anchor="ctr">
            <a:noAutofit/>
          </a:bodyPr>
          <a:lstStyle>
            <a:lvl1pPr>
              <a:defRPr sz="5400"/>
            </a:lvl1pPr>
          </a:lstStyle>
          <a:p>
            <a:r>
              <a:rPr lang="en-US" dirty="0"/>
              <a:t>Click to add title</a:t>
            </a:r>
          </a:p>
        </p:txBody>
      </p:sp>
      <p:sp>
        <p:nvSpPr>
          <p:cNvPr id="13" name="Picture Placeholder 12">
            <a:extLst>
              <a:ext uri="{FF2B5EF4-FFF2-40B4-BE49-F238E27FC236}">
                <a16:creationId xmlns:a16="http://schemas.microsoft.com/office/drawing/2014/main" id="{97BD7E0A-39A9-0CF7-F1CE-E777075BFAA9}"/>
              </a:ext>
            </a:extLst>
          </p:cNvPr>
          <p:cNvSpPr>
            <a:spLocks noGrp="1"/>
          </p:cNvSpPr>
          <p:nvPr>
            <p:ph type="pic" sz="quarter" idx="15"/>
          </p:nvPr>
        </p:nvSpPr>
        <p:spPr>
          <a:xfrm>
            <a:off x="7924225" y="2257196"/>
            <a:ext cx="3456590" cy="3456590"/>
          </a:xfrm>
          <a:custGeom>
            <a:avLst/>
            <a:gdLst>
              <a:gd name="connsiteX0" fmla="*/ 1728295 w 3456590"/>
              <a:gd name="connsiteY0" fmla="*/ 0 h 3456590"/>
              <a:gd name="connsiteX1" fmla="*/ 3456590 w 3456590"/>
              <a:gd name="connsiteY1" fmla="*/ 1728295 h 3456590"/>
              <a:gd name="connsiteX2" fmla="*/ 1728295 w 3456590"/>
              <a:gd name="connsiteY2" fmla="*/ 3456590 h 3456590"/>
              <a:gd name="connsiteX3" fmla="*/ 0 w 3456590"/>
              <a:gd name="connsiteY3" fmla="*/ 1728295 h 3456590"/>
              <a:gd name="connsiteX4" fmla="*/ 1728295 w 3456590"/>
              <a:gd name="connsiteY4" fmla="*/ 0 h 3456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6590" h="3456590">
                <a:moveTo>
                  <a:pt x="1728295" y="0"/>
                </a:moveTo>
                <a:cubicBezTo>
                  <a:pt x="2682806" y="0"/>
                  <a:pt x="3456590" y="773784"/>
                  <a:pt x="3456590" y="1728295"/>
                </a:cubicBezTo>
                <a:cubicBezTo>
                  <a:pt x="3456590" y="2682806"/>
                  <a:pt x="2682806" y="3456590"/>
                  <a:pt x="1728295" y="3456590"/>
                </a:cubicBezTo>
                <a:cubicBezTo>
                  <a:pt x="773784" y="3456590"/>
                  <a:pt x="0" y="2682806"/>
                  <a:pt x="0" y="1728295"/>
                </a:cubicBezTo>
                <a:cubicBezTo>
                  <a:pt x="0" y="773784"/>
                  <a:pt x="773784" y="0"/>
                  <a:pt x="1728295" y="0"/>
                </a:cubicBezTo>
                <a:close/>
              </a:path>
            </a:pathLst>
          </a:custGeom>
          <a:ln w="57150">
            <a:noFill/>
          </a:ln>
        </p:spPr>
        <p:txBody>
          <a:bodyPr wrap="square" tIns="1371600">
            <a:noAutofit/>
          </a:bodyPr>
          <a:lstStyle>
            <a:lvl1pPr marL="0" indent="0" algn="ctr">
              <a:buNone/>
              <a:defRPr sz="1600"/>
            </a:lvl1pPr>
          </a:lstStyle>
          <a:p>
            <a:r>
              <a:rPr lang="en-US"/>
              <a:t>Click icon to add picture</a:t>
            </a:r>
            <a:endParaRPr lang="en-US" dirty="0"/>
          </a:p>
        </p:txBody>
      </p:sp>
    </p:spTree>
    <p:extLst>
      <p:ext uri="{BB962C8B-B14F-4D97-AF65-F5344CB8AC3E}">
        <p14:creationId xmlns:p14="http://schemas.microsoft.com/office/powerpoint/2010/main" val="1277952407"/>
      </p:ext>
    </p:extLst>
  </p:cSld>
  <p:clrMapOvr>
    <a:masterClrMapping/>
  </p:clrMapOvr>
  <p:extLst>
    <p:ext uri="{DCECCB84-F9BA-43D5-87BE-67443E8EF086}">
      <p15:sldGuideLst xmlns:p15="http://schemas.microsoft.com/office/powerpoint/2012/main">
        <p15:guide id="1" pos="3840">
          <p15:clr>
            <a:srgbClr val="FBAE40"/>
          </p15:clr>
        </p15:guide>
        <p15:guide id="2" orient="horz" pos="1008">
          <p15:clr>
            <a:srgbClr val="FBAE40"/>
          </p15:clr>
        </p15:guide>
        <p15:guide id="3" orient="horz" pos="1560">
          <p15:clr>
            <a:srgbClr val="FBAE40"/>
          </p15:clr>
        </p15:guide>
        <p15:guide id="4" pos="312">
          <p15:clr>
            <a:srgbClr val="FBAE40"/>
          </p15:clr>
        </p15:guide>
        <p15:guide id="5" pos="816">
          <p15:clr>
            <a:srgbClr val="FBAE40"/>
          </p15:clr>
        </p15:guide>
        <p15:guide id="6" pos="7344">
          <p15:clr>
            <a:srgbClr val="FBAE40"/>
          </p15:clr>
        </p15:guide>
        <p15:guide id="7" orient="horz" pos="1416">
          <p15:clr>
            <a:srgbClr val="FBAE40"/>
          </p15:clr>
        </p15:guide>
        <p15:guide id="9" orient="horz" pos="384">
          <p15:clr>
            <a:srgbClr val="FBAE40"/>
          </p15:clr>
        </p15:guide>
        <p15:guide id="10" orient="horz" pos="374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 Subtitle">
    <p:spTree>
      <p:nvGrpSpPr>
        <p:cNvPr id="1" name=""/>
        <p:cNvGrpSpPr/>
        <p:nvPr/>
      </p:nvGrpSpPr>
      <p:grpSpPr>
        <a:xfrm>
          <a:off x="0" y="0"/>
          <a:ext cx="0" cy="0"/>
          <a:chOff x="0" y="0"/>
          <a:chExt cx="0" cy="0"/>
        </a:xfrm>
      </p:grpSpPr>
      <p:pic>
        <p:nvPicPr>
          <p:cNvPr id="2" name="Object 1">
            <a:extLst>
              <a:ext uri="{FF2B5EF4-FFF2-40B4-BE49-F238E27FC236}">
                <a16:creationId xmlns:a16="http://schemas.microsoft.com/office/drawing/2014/main" id="{269C21E5-B8EE-7438-A771-34BC8006E138}"/>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rcRect t="-6216"/>
          <a:stretch/>
        </p:blipFill>
        <p:spPr>
          <a:xfrm>
            <a:off x="10173182" y="-246461"/>
            <a:ext cx="1574573" cy="4211489"/>
          </a:xfrm>
          <a:prstGeom prst="rect">
            <a:avLst/>
          </a:prstGeom>
        </p:spPr>
      </p:pic>
      <p:sp>
        <p:nvSpPr>
          <p:cNvPr id="3" name="Oval 2">
            <a:extLst>
              <a:ext uri="{FF2B5EF4-FFF2-40B4-BE49-F238E27FC236}">
                <a16:creationId xmlns:a16="http://schemas.microsoft.com/office/drawing/2014/main" id="{18F333FA-6DDE-DB6C-73BB-FE8387977425}"/>
              </a:ext>
              <a:ext uri="{C183D7F6-B498-43B3-948B-1728B52AA6E4}">
                <adec:decorative xmlns:adec="http://schemas.microsoft.com/office/drawing/2017/decorative" val="1"/>
              </a:ext>
            </a:extLst>
          </p:cNvPr>
          <p:cNvSpPr/>
          <p:nvPr/>
        </p:nvSpPr>
        <p:spPr>
          <a:xfrm>
            <a:off x="10173181" y="4281054"/>
            <a:ext cx="1574573" cy="1572768"/>
          </a:xfrm>
          <a:prstGeom prst="ellipse">
            <a:avLst/>
          </a:prstGeom>
          <a:solidFill>
            <a:srgbClr val="CB33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Title 1">
            <a:extLst>
              <a:ext uri="{FF2B5EF4-FFF2-40B4-BE49-F238E27FC236}">
                <a16:creationId xmlns:a16="http://schemas.microsoft.com/office/drawing/2014/main" id="{AB87953E-96F2-8BCC-B295-E1033E7D2747}"/>
              </a:ext>
            </a:extLst>
          </p:cNvPr>
          <p:cNvSpPr>
            <a:spLocks noGrp="1"/>
          </p:cNvSpPr>
          <p:nvPr>
            <p:ph type="title" hasCustomPrompt="1"/>
          </p:nvPr>
        </p:nvSpPr>
        <p:spPr>
          <a:xfrm>
            <a:off x="811185" y="621972"/>
            <a:ext cx="7599718" cy="3051394"/>
          </a:xfrm>
        </p:spPr>
        <p:txBody>
          <a:bodyPr lIns="0" tIns="0" rIns="0" bIns="0" anchor="b">
            <a:noAutofit/>
          </a:bodyPr>
          <a:lstStyle>
            <a:lvl1pPr>
              <a:defRPr sz="5400"/>
            </a:lvl1pPr>
          </a:lstStyle>
          <a:p>
            <a:r>
              <a:rPr lang="en-US" dirty="0"/>
              <a:t>Click to add title</a:t>
            </a:r>
          </a:p>
        </p:txBody>
      </p:sp>
      <p:sp>
        <p:nvSpPr>
          <p:cNvPr id="6" name="Text Placeholder 15">
            <a:extLst>
              <a:ext uri="{FF2B5EF4-FFF2-40B4-BE49-F238E27FC236}">
                <a16:creationId xmlns:a16="http://schemas.microsoft.com/office/drawing/2014/main" id="{0A627B70-91C8-40B9-6189-B29749FF6E92}"/>
              </a:ext>
            </a:extLst>
          </p:cNvPr>
          <p:cNvSpPr>
            <a:spLocks noGrp="1"/>
          </p:cNvSpPr>
          <p:nvPr>
            <p:ph type="body" sz="quarter" idx="14" hasCustomPrompt="1"/>
          </p:nvPr>
        </p:nvSpPr>
        <p:spPr>
          <a:xfrm>
            <a:off x="811185" y="3965028"/>
            <a:ext cx="7599718" cy="1493781"/>
          </a:xfrm>
        </p:spPr>
        <p:txBody>
          <a:bodyPr lIns="0" tIns="0" rIns="0" bIns="0">
            <a:noAutofit/>
          </a:bodyPr>
          <a:lstStyle>
            <a:lvl1pPr marL="0" indent="0">
              <a:buNone/>
              <a:defRPr sz="2400" b="1" i="0">
                <a:solidFill>
                  <a:schemeClr val="accent4"/>
                </a:solidFill>
                <a:latin typeface="+mj-lt"/>
                <a:cs typeface="Arial" panose="020B0604020202020204" pitchFamily="34" charset="0"/>
              </a:defRPr>
            </a:lvl1pPr>
            <a:lvl2pPr marL="457200" indent="0">
              <a:buNone/>
              <a:defRPr sz="1800" b="1" i="0">
                <a:latin typeface="Arial Black" panose="020B0604020202020204" pitchFamily="34" charset="0"/>
                <a:cs typeface="Arial Black" panose="020B0604020202020204" pitchFamily="34" charset="0"/>
              </a:defRPr>
            </a:lvl2pPr>
          </a:lstStyle>
          <a:p>
            <a:r>
              <a:rPr lang="en-US" dirty="0"/>
              <a:t>Click to add subtitle</a:t>
            </a:r>
          </a:p>
        </p:txBody>
      </p:sp>
    </p:spTree>
    <p:extLst>
      <p:ext uri="{BB962C8B-B14F-4D97-AF65-F5344CB8AC3E}">
        <p14:creationId xmlns:p14="http://schemas.microsoft.com/office/powerpoint/2010/main" val="4032889854"/>
      </p:ext>
    </p:extLst>
  </p:cSld>
  <p:clrMapOvr>
    <a:masterClrMapping/>
  </p:clrMapOvr>
  <p:extLst>
    <p:ext uri="{DCECCB84-F9BA-43D5-87BE-67443E8EF086}">
      <p15:sldGuideLst xmlns:p15="http://schemas.microsoft.com/office/powerpoint/2012/main">
        <p15:guide id="1" pos="3840">
          <p15:clr>
            <a:srgbClr val="FBAE40"/>
          </p15:clr>
        </p15:guide>
        <p15:guide id="2" orient="horz" pos="1008">
          <p15:clr>
            <a:srgbClr val="FBAE40"/>
          </p15:clr>
        </p15:guide>
        <p15:guide id="3" orient="horz" pos="1560">
          <p15:clr>
            <a:srgbClr val="FBAE40"/>
          </p15:clr>
        </p15:guide>
        <p15:guide id="4" pos="312">
          <p15:clr>
            <a:srgbClr val="FBAE40"/>
          </p15:clr>
        </p15:guide>
        <p15:guide id="5" pos="816">
          <p15:clr>
            <a:srgbClr val="FBAE40"/>
          </p15:clr>
        </p15:guide>
        <p15:guide id="6" pos="7344">
          <p15:clr>
            <a:srgbClr val="FBAE40"/>
          </p15:clr>
        </p15:guide>
        <p15:guide id="7" orient="horz" pos="1416">
          <p15:clr>
            <a:srgbClr val="FBAE40"/>
          </p15:clr>
        </p15:guide>
        <p15:guide id="9" orient="horz" pos="384">
          <p15:clr>
            <a:srgbClr val="FBAE40"/>
          </p15:clr>
        </p15:guide>
        <p15:guide id="10" orient="horz" pos="3744">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87C12813-DBA6-41C2-2418-83919E059FED}"/>
              </a:ext>
              <a:ext uri="{C183D7F6-B498-43B3-948B-1728B52AA6E4}">
                <adec:decorative xmlns:adec="http://schemas.microsoft.com/office/drawing/2017/decorative" val="1"/>
              </a:ext>
            </a:extLst>
          </p:cNvPr>
          <p:cNvGrpSpPr/>
          <p:nvPr/>
        </p:nvGrpSpPr>
        <p:grpSpPr>
          <a:xfrm rot="10800000">
            <a:off x="882973" y="0"/>
            <a:ext cx="2133966" cy="2133967"/>
            <a:chOff x="9654700" y="2229294"/>
            <a:chExt cx="2133966" cy="2133967"/>
          </a:xfrm>
        </p:grpSpPr>
        <p:sp>
          <p:nvSpPr>
            <p:cNvPr id="5" name="Freeform 4">
              <a:extLst>
                <a:ext uri="{FF2B5EF4-FFF2-40B4-BE49-F238E27FC236}">
                  <a16:creationId xmlns:a16="http://schemas.microsoft.com/office/drawing/2014/main" id="{C2A74540-7988-B712-8AB1-9EE03FE1EC8A}"/>
                </a:ext>
              </a:extLst>
            </p:cNvPr>
            <p:cNvSpPr/>
            <p:nvPr/>
          </p:nvSpPr>
          <p:spPr>
            <a:xfrm>
              <a:off x="9655348" y="3309113"/>
              <a:ext cx="2132669" cy="1054148"/>
            </a:xfrm>
            <a:custGeom>
              <a:avLst/>
              <a:gdLst>
                <a:gd name="connsiteX0" fmla="*/ 1345382 w 2690764"/>
                <a:gd name="connsiteY0" fmla="*/ 0 h 1330006"/>
                <a:gd name="connsiteX1" fmla="*/ 2684632 w 2690764"/>
                <a:gd name="connsiteY1" fmla="*/ 1208559 h 1330006"/>
                <a:gd name="connsiteX2" fmla="*/ 2690764 w 2690764"/>
                <a:gd name="connsiteY2" fmla="*/ 1330006 h 1330006"/>
                <a:gd name="connsiteX3" fmla="*/ 0 w 2690764"/>
                <a:gd name="connsiteY3" fmla="*/ 1330006 h 1330006"/>
                <a:gd name="connsiteX4" fmla="*/ 6132 w 2690764"/>
                <a:gd name="connsiteY4" fmla="*/ 1208559 h 1330006"/>
                <a:gd name="connsiteX5" fmla="*/ 1345382 w 2690764"/>
                <a:gd name="connsiteY5" fmla="*/ 0 h 133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90764" h="1330006">
                  <a:moveTo>
                    <a:pt x="1345382" y="0"/>
                  </a:moveTo>
                  <a:cubicBezTo>
                    <a:pt x="2042400" y="0"/>
                    <a:pt x="2615693" y="529729"/>
                    <a:pt x="2684632" y="1208559"/>
                  </a:cubicBezTo>
                  <a:lnTo>
                    <a:pt x="2690764" y="1330006"/>
                  </a:lnTo>
                  <a:lnTo>
                    <a:pt x="0" y="1330006"/>
                  </a:lnTo>
                  <a:lnTo>
                    <a:pt x="6132" y="1208559"/>
                  </a:lnTo>
                  <a:cubicBezTo>
                    <a:pt x="75071" y="529729"/>
                    <a:pt x="648364" y="0"/>
                    <a:pt x="134538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5">
              <a:extLst>
                <a:ext uri="{FF2B5EF4-FFF2-40B4-BE49-F238E27FC236}">
                  <a16:creationId xmlns:a16="http://schemas.microsoft.com/office/drawing/2014/main" id="{736CF9A1-91DA-6419-08F2-4CC262EA4D1E}"/>
                </a:ext>
              </a:extLst>
            </p:cNvPr>
            <p:cNvSpPr/>
            <p:nvPr/>
          </p:nvSpPr>
          <p:spPr>
            <a:xfrm>
              <a:off x="9654700" y="2229294"/>
              <a:ext cx="2133966" cy="1079818"/>
            </a:xfrm>
            <a:custGeom>
              <a:avLst/>
              <a:gdLst>
                <a:gd name="connsiteX0" fmla="*/ 818 w 2692400"/>
                <a:gd name="connsiteY0" fmla="*/ 0 h 1362394"/>
                <a:gd name="connsiteX1" fmla="*/ 2691582 w 2692400"/>
                <a:gd name="connsiteY1" fmla="*/ 0 h 1362394"/>
                <a:gd name="connsiteX2" fmla="*/ 2692400 w 2692400"/>
                <a:gd name="connsiteY2" fmla="*/ 16194 h 1362394"/>
                <a:gd name="connsiteX3" fmla="*/ 1346200 w 2692400"/>
                <a:gd name="connsiteY3" fmla="*/ 1362394 h 1362394"/>
                <a:gd name="connsiteX4" fmla="*/ 0 w 2692400"/>
                <a:gd name="connsiteY4" fmla="*/ 16194 h 1362394"/>
                <a:gd name="connsiteX5" fmla="*/ 818 w 2692400"/>
                <a:gd name="connsiteY5" fmla="*/ 0 h 1362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92400" h="1362394">
                  <a:moveTo>
                    <a:pt x="818" y="0"/>
                  </a:moveTo>
                  <a:lnTo>
                    <a:pt x="2691582" y="0"/>
                  </a:lnTo>
                  <a:lnTo>
                    <a:pt x="2692400" y="16194"/>
                  </a:lnTo>
                  <a:cubicBezTo>
                    <a:pt x="2692400" y="759680"/>
                    <a:pt x="2089686" y="1362394"/>
                    <a:pt x="1346200" y="1362394"/>
                  </a:cubicBezTo>
                  <a:cubicBezTo>
                    <a:pt x="602714" y="1362394"/>
                    <a:pt x="0" y="759680"/>
                    <a:pt x="0" y="16194"/>
                  </a:cubicBezTo>
                  <a:lnTo>
                    <a:pt x="818" y="0"/>
                  </a:lnTo>
                  <a:close/>
                </a:path>
              </a:pathLst>
            </a:custGeom>
            <a:solidFill>
              <a:srgbClr val="D4EDF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pic>
        <p:nvPicPr>
          <p:cNvPr id="9" name="Graphic 8">
            <a:extLst>
              <a:ext uri="{FF2B5EF4-FFF2-40B4-BE49-F238E27FC236}">
                <a16:creationId xmlns:a16="http://schemas.microsoft.com/office/drawing/2014/main" id="{AAAE3BC0-55AE-B520-F2B8-50BF886EF7EA}"/>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 t="52884" r="47081"/>
          <a:stretch/>
        </p:blipFill>
        <p:spPr>
          <a:xfrm flipH="1" flipV="1">
            <a:off x="-1" y="3626778"/>
            <a:ext cx="3629203" cy="3231221"/>
          </a:xfrm>
          <a:custGeom>
            <a:avLst/>
            <a:gdLst>
              <a:gd name="connsiteX0" fmla="*/ 0 w 4474331"/>
              <a:gd name="connsiteY0" fmla="*/ 0 h 3231221"/>
              <a:gd name="connsiteX1" fmla="*/ 4474331 w 4474331"/>
              <a:gd name="connsiteY1" fmla="*/ 0 h 3231221"/>
              <a:gd name="connsiteX2" fmla="*/ 4474331 w 4474331"/>
              <a:gd name="connsiteY2" fmla="*/ 3231221 h 3231221"/>
              <a:gd name="connsiteX3" fmla="*/ 0 w 4474331"/>
              <a:gd name="connsiteY3" fmla="*/ 3231221 h 3231221"/>
            </a:gdLst>
            <a:ahLst/>
            <a:cxnLst>
              <a:cxn ang="0">
                <a:pos x="connsiteX0" y="connsiteY0"/>
              </a:cxn>
              <a:cxn ang="0">
                <a:pos x="connsiteX1" y="connsiteY1"/>
              </a:cxn>
              <a:cxn ang="0">
                <a:pos x="connsiteX2" y="connsiteY2"/>
              </a:cxn>
              <a:cxn ang="0">
                <a:pos x="connsiteX3" y="connsiteY3"/>
              </a:cxn>
            </a:cxnLst>
            <a:rect l="l" t="t" r="r" b="b"/>
            <a:pathLst>
              <a:path w="4474331" h="3231221">
                <a:moveTo>
                  <a:pt x="0" y="0"/>
                </a:moveTo>
                <a:lnTo>
                  <a:pt x="4474331" y="0"/>
                </a:lnTo>
                <a:lnTo>
                  <a:pt x="4474331" y="3231221"/>
                </a:lnTo>
                <a:lnTo>
                  <a:pt x="0" y="3231221"/>
                </a:lnTo>
                <a:close/>
              </a:path>
            </a:pathLst>
          </a:custGeom>
        </p:spPr>
      </p:pic>
      <p:sp>
        <p:nvSpPr>
          <p:cNvPr id="14" name="Title 1">
            <a:extLst>
              <a:ext uri="{FF2B5EF4-FFF2-40B4-BE49-F238E27FC236}">
                <a16:creationId xmlns:a16="http://schemas.microsoft.com/office/drawing/2014/main" id="{7B29A2F3-C289-9762-6F9F-DA18D322DF07}"/>
              </a:ext>
            </a:extLst>
          </p:cNvPr>
          <p:cNvSpPr>
            <a:spLocks noGrp="1"/>
          </p:cNvSpPr>
          <p:nvPr>
            <p:ph type="title" hasCustomPrompt="1"/>
          </p:nvPr>
        </p:nvSpPr>
        <p:spPr>
          <a:xfrm>
            <a:off x="4953000" y="621972"/>
            <a:ext cx="6400800" cy="1828800"/>
          </a:xfrm>
        </p:spPr>
        <p:txBody>
          <a:bodyPr lIns="0" tIns="0" rIns="0" bIns="0">
            <a:noAutofit/>
          </a:bodyPr>
          <a:lstStyle/>
          <a:p>
            <a:r>
              <a:rPr lang="en-US" dirty="0"/>
              <a:t>Click to add title</a:t>
            </a:r>
          </a:p>
        </p:txBody>
      </p:sp>
      <p:sp>
        <p:nvSpPr>
          <p:cNvPr id="2" name="Content Placeholder 2">
            <a:extLst>
              <a:ext uri="{FF2B5EF4-FFF2-40B4-BE49-F238E27FC236}">
                <a16:creationId xmlns:a16="http://schemas.microsoft.com/office/drawing/2014/main" id="{8F2A1870-E86B-5125-7AB3-A1F5DF7E7528}"/>
              </a:ext>
            </a:extLst>
          </p:cNvPr>
          <p:cNvSpPr>
            <a:spLocks noGrp="1"/>
          </p:cNvSpPr>
          <p:nvPr>
            <p:ph sz="quarter" idx="26" hasCustomPrompt="1"/>
          </p:nvPr>
        </p:nvSpPr>
        <p:spPr>
          <a:xfrm>
            <a:off x="4953000" y="2768043"/>
            <a:ext cx="6400799" cy="3231221"/>
          </a:xfrm>
        </p:spPr>
        <p:txBody>
          <a:bodyPr lIns="0" tIns="0" rIns="0" bIns="0"/>
          <a:lstStyle>
            <a:lvl1pPr marL="0" indent="0">
              <a:buNone/>
              <a:defRPr sz="1800"/>
            </a:lvl1pPr>
            <a:lvl2pPr marL="411480">
              <a:defRPr sz="1600"/>
            </a:lvl2pPr>
            <a:lvl3pPr marL="685800">
              <a:defRPr sz="1400"/>
            </a:lvl3pPr>
            <a:lvl4pPr marL="1051560">
              <a:defRPr sz="1200"/>
            </a:lvl4pPr>
            <a:lvl5pPr marL="1417320">
              <a:defRPr sz="10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1075334"/>
      </p:ext>
    </p:extLst>
  </p:cSld>
  <p:clrMapOvr>
    <a:masterClrMapping/>
  </p:clrMapOvr>
  <p:extLst>
    <p:ext uri="{DCECCB84-F9BA-43D5-87BE-67443E8EF086}">
      <p15:sldGuideLst xmlns:p15="http://schemas.microsoft.com/office/powerpoint/2012/main">
        <p15:guide id="1" pos="3840">
          <p15:clr>
            <a:srgbClr val="FBAE40"/>
          </p15:clr>
        </p15:guide>
        <p15:guide id="2" orient="horz" pos="1008">
          <p15:clr>
            <a:srgbClr val="FBAE40"/>
          </p15:clr>
        </p15:guide>
        <p15:guide id="3" orient="horz" pos="1560">
          <p15:clr>
            <a:srgbClr val="FBAE40"/>
          </p15:clr>
        </p15:guide>
        <p15:guide id="4" pos="312">
          <p15:clr>
            <a:srgbClr val="FBAE40"/>
          </p15:clr>
        </p15:guide>
        <p15:guide id="5" pos="816">
          <p15:clr>
            <a:srgbClr val="FBAE40"/>
          </p15:clr>
        </p15:guide>
        <p15:guide id="6" pos="7344">
          <p15:clr>
            <a:srgbClr val="FBAE40"/>
          </p15:clr>
        </p15:guide>
        <p15:guide id="7" orient="horz" pos="1416">
          <p15:clr>
            <a:srgbClr val="FBAE40"/>
          </p15:clr>
        </p15:guide>
        <p15:guide id="9" orient="horz" pos="384">
          <p15:clr>
            <a:srgbClr val="FBAE40"/>
          </p15:clr>
        </p15:guide>
        <p15:guide id="10" orient="horz" pos="374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 Subtitle +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11185" y="621972"/>
            <a:ext cx="6400800" cy="3051393"/>
          </a:xfrm>
        </p:spPr>
        <p:txBody>
          <a:bodyPr lIns="0" tIns="0" rIns="0" bIns="0" anchor="b">
            <a:noAutofit/>
          </a:bodyPr>
          <a:lstStyle>
            <a:lvl1pPr>
              <a:defRPr sz="5400" baseline="0"/>
            </a:lvl1pPr>
          </a:lstStyle>
          <a:p>
            <a:r>
              <a:rPr lang="en-US" dirty="0"/>
              <a:t>Click to add title</a:t>
            </a:r>
          </a:p>
        </p:txBody>
      </p:sp>
      <p:sp>
        <p:nvSpPr>
          <p:cNvPr id="14" name="Text Placeholder 15">
            <a:extLst>
              <a:ext uri="{FF2B5EF4-FFF2-40B4-BE49-F238E27FC236}">
                <a16:creationId xmlns:a16="http://schemas.microsoft.com/office/drawing/2014/main" id="{E0CDAE70-42DC-AB0D-6734-B9944B7993D9}"/>
              </a:ext>
            </a:extLst>
          </p:cNvPr>
          <p:cNvSpPr>
            <a:spLocks noGrp="1"/>
          </p:cNvSpPr>
          <p:nvPr>
            <p:ph type="body" sz="quarter" idx="13" hasCustomPrompt="1"/>
          </p:nvPr>
        </p:nvSpPr>
        <p:spPr>
          <a:xfrm>
            <a:off x="811185" y="3965028"/>
            <a:ext cx="6400799" cy="1966747"/>
          </a:xfrm>
        </p:spPr>
        <p:txBody>
          <a:bodyPr vert="horz" lIns="0" tIns="0" rIns="0" bIns="0" rtlCol="0">
            <a:noAutofit/>
          </a:bodyPr>
          <a:lstStyle>
            <a:lvl1pPr marL="0" indent="0">
              <a:buNone/>
              <a:defRPr lang="en-US" sz="2400" b="1" i="0" dirty="0">
                <a:solidFill>
                  <a:schemeClr val="accent4"/>
                </a:solidFill>
                <a:latin typeface="+mj-lt"/>
                <a:cs typeface="Arial Black" panose="020B0604020202020204" pitchFamily="34" charset="0"/>
              </a:defRPr>
            </a:lvl1pPr>
          </a:lstStyle>
          <a:p>
            <a:pPr marL="228600" lvl="0" indent="-228600"/>
            <a:r>
              <a:rPr lang="en-US" dirty="0"/>
              <a:t>Click to add subtitle</a:t>
            </a:r>
          </a:p>
        </p:txBody>
      </p:sp>
      <p:pic>
        <p:nvPicPr>
          <p:cNvPr id="10" name="Graphic 9">
            <a:extLst>
              <a:ext uri="{FF2B5EF4-FFF2-40B4-BE49-F238E27FC236}">
                <a16:creationId xmlns:a16="http://schemas.microsoft.com/office/drawing/2014/main" id="{B3606A3B-5B75-C830-0580-02B3AF648B3A}"/>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 t="17849" r="22091"/>
          <a:stretch/>
        </p:blipFill>
        <p:spPr>
          <a:xfrm>
            <a:off x="7114998" y="0"/>
            <a:ext cx="5097779" cy="5261843"/>
          </a:xfrm>
          <a:custGeom>
            <a:avLst/>
            <a:gdLst>
              <a:gd name="connsiteX0" fmla="*/ 0 w 4114800"/>
              <a:gd name="connsiteY0" fmla="*/ 0 h 5712824"/>
              <a:gd name="connsiteX1" fmla="*/ 4114800 w 4114800"/>
              <a:gd name="connsiteY1" fmla="*/ 0 h 5712824"/>
              <a:gd name="connsiteX2" fmla="*/ 4114800 w 4114800"/>
              <a:gd name="connsiteY2" fmla="*/ 5712824 h 5712824"/>
              <a:gd name="connsiteX3" fmla="*/ 0 w 4114800"/>
              <a:gd name="connsiteY3" fmla="*/ 5712824 h 5712824"/>
            </a:gdLst>
            <a:ahLst/>
            <a:cxnLst>
              <a:cxn ang="0">
                <a:pos x="connsiteX0" y="connsiteY0"/>
              </a:cxn>
              <a:cxn ang="0">
                <a:pos x="connsiteX1" y="connsiteY1"/>
              </a:cxn>
              <a:cxn ang="0">
                <a:pos x="connsiteX2" y="connsiteY2"/>
              </a:cxn>
              <a:cxn ang="0">
                <a:pos x="connsiteX3" y="connsiteY3"/>
              </a:cxn>
            </a:cxnLst>
            <a:rect l="l" t="t" r="r" b="b"/>
            <a:pathLst>
              <a:path w="4114800" h="5712824">
                <a:moveTo>
                  <a:pt x="0" y="0"/>
                </a:moveTo>
                <a:lnTo>
                  <a:pt x="4114800" y="0"/>
                </a:lnTo>
                <a:lnTo>
                  <a:pt x="4114800" y="5712824"/>
                </a:lnTo>
                <a:lnTo>
                  <a:pt x="0" y="5712824"/>
                </a:lnTo>
                <a:close/>
              </a:path>
            </a:pathLst>
          </a:custGeom>
        </p:spPr>
      </p:pic>
      <p:sp>
        <p:nvSpPr>
          <p:cNvPr id="3" name="Picture Placeholder 2">
            <a:extLst>
              <a:ext uri="{FF2B5EF4-FFF2-40B4-BE49-F238E27FC236}">
                <a16:creationId xmlns:a16="http://schemas.microsoft.com/office/drawing/2014/main" id="{6038EDAF-6CF8-D96E-EB91-CAFEBE0CA195}"/>
              </a:ext>
            </a:extLst>
          </p:cNvPr>
          <p:cNvSpPr>
            <a:spLocks noGrp="1"/>
          </p:cNvSpPr>
          <p:nvPr>
            <p:ph type="pic" sz="quarter" idx="15"/>
          </p:nvPr>
        </p:nvSpPr>
        <p:spPr>
          <a:xfrm>
            <a:off x="8555177" y="234084"/>
            <a:ext cx="3657600" cy="3657600"/>
          </a:xfrm>
          <a:custGeom>
            <a:avLst/>
            <a:gdLst>
              <a:gd name="connsiteX0" fmla="*/ 1728295 w 3456590"/>
              <a:gd name="connsiteY0" fmla="*/ 0 h 3456590"/>
              <a:gd name="connsiteX1" fmla="*/ 3456590 w 3456590"/>
              <a:gd name="connsiteY1" fmla="*/ 1728295 h 3456590"/>
              <a:gd name="connsiteX2" fmla="*/ 1728295 w 3456590"/>
              <a:gd name="connsiteY2" fmla="*/ 3456590 h 3456590"/>
              <a:gd name="connsiteX3" fmla="*/ 0 w 3456590"/>
              <a:gd name="connsiteY3" fmla="*/ 1728295 h 3456590"/>
              <a:gd name="connsiteX4" fmla="*/ 1728295 w 3456590"/>
              <a:gd name="connsiteY4" fmla="*/ 0 h 3456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6590" h="3456590">
                <a:moveTo>
                  <a:pt x="1728295" y="0"/>
                </a:moveTo>
                <a:cubicBezTo>
                  <a:pt x="2682806" y="0"/>
                  <a:pt x="3456590" y="773784"/>
                  <a:pt x="3456590" y="1728295"/>
                </a:cubicBezTo>
                <a:cubicBezTo>
                  <a:pt x="3456590" y="2682806"/>
                  <a:pt x="2682806" y="3456590"/>
                  <a:pt x="1728295" y="3456590"/>
                </a:cubicBezTo>
                <a:cubicBezTo>
                  <a:pt x="773784" y="3456590"/>
                  <a:pt x="0" y="2682806"/>
                  <a:pt x="0" y="1728295"/>
                </a:cubicBezTo>
                <a:cubicBezTo>
                  <a:pt x="0" y="773784"/>
                  <a:pt x="773784" y="0"/>
                  <a:pt x="1728295" y="0"/>
                </a:cubicBezTo>
                <a:close/>
              </a:path>
            </a:pathLst>
          </a:custGeom>
          <a:solidFill>
            <a:schemeClr val="accent3"/>
          </a:solidFill>
          <a:ln w="57150">
            <a:noFill/>
          </a:ln>
        </p:spPr>
        <p:txBody>
          <a:bodyPr wrap="square" tIns="1188720">
            <a:noAutofit/>
          </a:bodyPr>
          <a:lstStyle>
            <a:lvl1pPr marL="0" indent="0" algn="ctr">
              <a:buNone/>
              <a:defRPr sz="1600"/>
            </a:lvl1pPr>
          </a:lstStyle>
          <a:p>
            <a:r>
              <a:rPr lang="en-US"/>
              <a:t>Click icon to add picture</a:t>
            </a:r>
            <a:endParaRPr lang="en-US" dirty="0"/>
          </a:p>
        </p:txBody>
      </p:sp>
    </p:spTree>
    <p:extLst>
      <p:ext uri="{BB962C8B-B14F-4D97-AF65-F5344CB8AC3E}">
        <p14:creationId xmlns:p14="http://schemas.microsoft.com/office/powerpoint/2010/main" val="2666709088"/>
      </p:ext>
    </p:extLst>
  </p:cSld>
  <p:clrMapOvr>
    <a:masterClrMapping/>
  </p:clrMapOvr>
  <p:extLst>
    <p:ext uri="{DCECCB84-F9BA-43D5-87BE-67443E8EF086}">
      <p15:sldGuideLst xmlns:p15="http://schemas.microsoft.com/office/powerpoint/2012/main">
        <p15:guide id="1" pos="3840">
          <p15:clr>
            <a:srgbClr val="FBAE40"/>
          </p15:clr>
        </p15:guide>
        <p15:guide id="2" orient="horz" pos="1008">
          <p15:clr>
            <a:srgbClr val="FBAE40"/>
          </p15:clr>
        </p15:guide>
        <p15:guide id="3" orient="horz" pos="1560">
          <p15:clr>
            <a:srgbClr val="FBAE40"/>
          </p15:clr>
        </p15:guide>
        <p15:guide id="4" pos="312">
          <p15:clr>
            <a:srgbClr val="FBAE40"/>
          </p15:clr>
        </p15:guide>
        <p15:guide id="5" pos="81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wo Content 3">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A22F8239-92F5-595B-5DD3-ACBA1C19E6A1}"/>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82969"/>
          <a:stretch/>
        </p:blipFill>
        <p:spPr>
          <a:xfrm>
            <a:off x="3459002" y="5609995"/>
            <a:ext cx="7328137" cy="1248005"/>
          </a:xfrm>
          <a:custGeom>
            <a:avLst/>
            <a:gdLst>
              <a:gd name="connsiteX0" fmla="*/ 0 w 7328137"/>
              <a:gd name="connsiteY0" fmla="*/ 0 h 1912980"/>
              <a:gd name="connsiteX1" fmla="*/ 7328137 w 7328137"/>
              <a:gd name="connsiteY1" fmla="*/ 0 h 1912980"/>
              <a:gd name="connsiteX2" fmla="*/ 7328137 w 7328137"/>
              <a:gd name="connsiteY2" fmla="*/ 1912980 h 1912980"/>
              <a:gd name="connsiteX3" fmla="*/ 0 w 7328137"/>
              <a:gd name="connsiteY3" fmla="*/ 1912980 h 1912980"/>
            </a:gdLst>
            <a:ahLst/>
            <a:cxnLst>
              <a:cxn ang="0">
                <a:pos x="connsiteX0" y="connsiteY0"/>
              </a:cxn>
              <a:cxn ang="0">
                <a:pos x="connsiteX1" y="connsiteY1"/>
              </a:cxn>
              <a:cxn ang="0">
                <a:pos x="connsiteX2" y="connsiteY2"/>
              </a:cxn>
              <a:cxn ang="0">
                <a:pos x="connsiteX3" y="connsiteY3"/>
              </a:cxn>
            </a:cxnLst>
            <a:rect l="l" t="t" r="r" b="b"/>
            <a:pathLst>
              <a:path w="7328137" h="1912980">
                <a:moveTo>
                  <a:pt x="0" y="0"/>
                </a:moveTo>
                <a:lnTo>
                  <a:pt x="7328137" y="0"/>
                </a:lnTo>
                <a:lnTo>
                  <a:pt x="7328137" y="1912980"/>
                </a:lnTo>
                <a:lnTo>
                  <a:pt x="0" y="1912980"/>
                </a:lnTo>
                <a:close/>
              </a:path>
            </a:pathLst>
          </a:custGeom>
        </p:spPr>
      </p:pic>
      <p:grpSp>
        <p:nvGrpSpPr>
          <p:cNvPr id="10" name="Group 9">
            <a:extLst>
              <a:ext uri="{FF2B5EF4-FFF2-40B4-BE49-F238E27FC236}">
                <a16:creationId xmlns:a16="http://schemas.microsoft.com/office/drawing/2014/main" id="{DF9E987C-6F3E-FB11-D796-2D5F9075A7FF}"/>
              </a:ext>
              <a:ext uri="{C183D7F6-B498-43B3-948B-1728B52AA6E4}">
                <adec:decorative xmlns:adec="http://schemas.microsoft.com/office/drawing/2017/decorative" val="1"/>
              </a:ext>
            </a:extLst>
          </p:cNvPr>
          <p:cNvGrpSpPr/>
          <p:nvPr/>
        </p:nvGrpSpPr>
        <p:grpSpPr>
          <a:xfrm rot="10800000">
            <a:off x="9829617" y="0"/>
            <a:ext cx="2133966" cy="2133966"/>
            <a:chOff x="9654699" y="2229295"/>
            <a:chExt cx="2133966" cy="2133966"/>
          </a:xfrm>
        </p:grpSpPr>
        <p:sp>
          <p:nvSpPr>
            <p:cNvPr id="11" name="Freeform 10">
              <a:extLst>
                <a:ext uri="{FF2B5EF4-FFF2-40B4-BE49-F238E27FC236}">
                  <a16:creationId xmlns:a16="http://schemas.microsoft.com/office/drawing/2014/main" id="{53342B09-3192-492F-3F5F-19163C83F9EE}"/>
                </a:ext>
              </a:extLst>
            </p:cNvPr>
            <p:cNvSpPr/>
            <p:nvPr/>
          </p:nvSpPr>
          <p:spPr>
            <a:xfrm>
              <a:off x="9655348" y="3309113"/>
              <a:ext cx="2132669" cy="1054148"/>
            </a:xfrm>
            <a:custGeom>
              <a:avLst/>
              <a:gdLst>
                <a:gd name="connsiteX0" fmla="*/ 1345382 w 2690764"/>
                <a:gd name="connsiteY0" fmla="*/ 0 h 1330006"/>
                <a:gd name="connsiteX1" fmla="*/ 2684632 w 2690764"/>
                <a:gd name="connsiteY1" fmla="*/ 1208559 h 1330006"/>
                <a:gd name="connsiteX2" fmla="*/ 2690764 w 2690764"/>
                <a:gd name="connsiteY2" fmla="*/ 1330006 h 1330006"/>
                <a:gd name="connsiteX3" fmla="*/ 0 w 2690764"/>
                <a:gd name="connsiteY3" fmla="*/ 1330006 h 1330006"/>
                <a:gd name="connsiteX4" fmla="*/ 6132 w 2690764"/>
                <a:gd name="connsiteY4" fmla="*/ 1208559 h 1330006"/>
                <a:gd name="connsiteX5" fmla="*/ 1345382 w 2690764"/>
                <a:gd name="connsiteY5" fmla="*/ 0 h 133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90764" h="1330006">
                  <a:moveTo>
                    <a:pt x="1345382" y="0"/>
                  </a:moveTo>
                  <a:cubicBezTo>
                    <a:pt x="2042400" y="0"/>
                    <a:pt x="2615693" y="529729"/>
                    <a:pt x="2684632" y="1208559"/>
                  </a:cubicBezTo>
                  <a:lnTo>
                    <a:pt x="2690764" y="1330006"/>
                  </a:lnTo>
                  <a:lnTo>
                    <a:pt x="0" y="1330006"/>
                  </a:lnTo>
                  <a:lnTo>
                    <a:pt x="6132" y="1208559"/>
                  </a:lnTo>
                  <a:cubicBezTo>
                    <a:pt x="75071" y="529729"/>
                    <a:pt x="648364" y="0"/>
                    <a:pt x="134538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11">
              <a:extLst>
                <a:ext uri="{FF2B5EF4-FFF2-40B4-BE49-F238E27FC236}">
                  <a16:creationId xmlns:a16="http://schemas.microsoft.com/office/drawing/2014/main" id="{062E2B15-36A9-C2C7-6306-EEA512B646D0}"/>
                </a:ext>
              </a:extLst>
            </p:cNvPr>
            <p:cNvSpPr/>
            <p:nvPr/>
          </p:nvSpPr>
          <p:spPr>
            <a:xfrm>
              <a:off x="9654699" y="2229295"/>
              <a:ext cx="2133966" cy="1079818"/>
            </a:xfrm>
            <a:custGeom>
              <a:avLst/>
              <a:gdLst>
                <a:gd name="connsiteX0" fmla="*/ 818 w 2692400"/>
                <a:gd name="connsiteY0" fmla="*/ 0 h 1362394"/>
                <a:gd name="connsiteX1" fmla="*/ 2691582 w 2692400"/>
                <a:gd name="connsiteY1" fmla="*/ 0 h 1362394"/>
                <a:gd name="connsiteX2" fmla="*/ 2692400 w 2692400"/>
                <a:gd name="connsiteY2" fmla="*/ 16194 h 1362394"/>
                <a:gd name="connsiteX3" fmla="*/ 1346200 w 2692400"/>
                <a:gd name="connsiteY3" fmla="*/ 1362394 h 1362394"/>
                <a:gd name="connsiteX4" fmla="*/ 0 w 2692400"/>
                <a:gd name="connsiteY4" fmla="*/ 16194 h 1362394"/>
                <a:gd name="connsiteX5" fmla="*/ 818 w 2692400"/>
                <a:gd name="connsiteY5" fmla="*/ 0 h 1362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92400" h="1362394">
                  <a:moveTo>
                    <a:pt x="818" y="0"/>
                  </a:moveTo>
                  <a:lnTo>
                    <a:pt x="2691582" y="0"/>
                  </a:lnTo>
                  <a:lnTo>
                    <a:pt x="2692400" y="16194"/>
                  </a:lnTo>
                  <a:cubicBezTo>
                    <a:pt x="2692400" y="759680"/>
                    <a:pt x="2089686" y="1362394"/>
                    <a:pt x="1346200" y="1362394"/>
                  </a:cubicBezTo>
                  <a:cubicBezTo>
                    <a:pt x="602714" y="1362394"/>
                    <a:pt x="0" y="759680"/>
                    <a:pt x="0" y="16194"/>
                  </a:cubicBezTo>
                  <a:lnTo>
                    <a:pt x="818"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1" name="Title 1">
            <a:extLst>
              <a:ext uri="{FF2B5EF4-FFF2-40B4-BE49-F238E27FC236}">
                <a16:creationId xmlns:a16="http://schemas.microsoft.com/office/drawing/2014/main" id="{52DD956C-BC83-8F97-6FF5-5A11028FEFEA}"/>
              </a:ext>
            </a:extLst>
          </p:cNvPr>
          <p:cNvSpPr>
            <a:spLocks noGrp="1"/>
          </p:cNvSpPr>
          <p:nvPr>
            <p:ph type="title" hasCustomPrompt="1"/>
          </p:nvPr>
        </p:nvSpPr>
        <p:spPr>
          <a:xfrm>
            <a:off x="813816" y="621792"/>
            <a:ext cx="8180412" cy="1828800"/>
          </a:xfrm>
        </p:spPr>
        <p:txBody>
          <a:bodyPr lIns="0" tIns="0" rIns="0" bIns="0">
            <a:noAutofit/>
          </a:bodyPr>
          <a:lstStyle/>
          <a:p>
            <a:r>
              <a:rPr lang="en-US" dirty="0"/>
              <a:t>Click to add title</a:t>
            </a:r>
          </a:p>
        </p:txBody>
      </p:sp>
      <p:sp>
        <p:nvSpPr>
          <p:cNvPr id="2" name="Content Placeholder 2">
            <a:extLst>
              <a:ext uri="{FF2B5EF4-FFF2-40B4-BE49-F238E27FC236}">
                <a16:creationId xmlns:a16="http://schemas.microsoft.com/office/drawing/2014/main" id="{5A612ED1-3CD3-8532-2C92-777F6D005F10}"/>
              </a:ext>
            </a:extLst>
          </p:cNvPr>
          <p:cNvSpPr>
            <a:spLocks noGrp="1"/>
          </p:cNvSpPr>
          <p:nvPr>
            <p:ph sz="quarter" idx="26" hasCustomPrompt="1"/>
          </p:nvPr>
        </p:nvSpPr>
        <p:spPr>
          <a:xfrm>
            <a:off x="813816" y="2948152"/>
            <a:ext cx="4956470" cy="3120773"/>
          </a:xfrm>
        </p:spPr>
        <p:txBody>
          <a:bodyPr lIns="0" tIns="0" rIns="0" bIns="0"/>
          <a:lstStyle>
            <a:lvl1pPr marL="0" indent="0">
              <a:spcBef>
                <a:spcPts val="1000"/>
              </a:spcBef>
              <a:buNone/>
              <a:defRPr sz="1800"/>
            </a:lvl1pPr>
            <a:lvl2pPr marL="283464" indent="-283464">
              <a:spcBef>
                <a:spcPts val="1000"/>
              </a:spcBef>
              <a:defRPr sz="1800"/>
            </a:lvl2pPr>
            <a:lvl3pPr marL="685800">
              <a:spcBef>
                <a:spcPts val="1000"/>
              </a:spcBef>
              <a:defRPr sz="1800"/>
            </a:lvl3pPr>
            <a:lvl4pPr marL="1051560">
              <a:spcBef>
                <a:spcPts val="1000"/>
              </a:spcBef>
              <a:defRPr sz="1800"/>
            </a:lvl4pPr>
            <a:lvl5pPr marL="1417320">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56A4BCE7-3651-7CA3-1353-9B2526D267AF}"/>
              </a:ext>
            </a:extLst>
          </p:cNvPr>
          <p:cNvSpPr>
            <a:spLocks noGrp="1"/>
          </p:cNvSpPr>
          <p:nvPr>
            <p:ph sz="quarter" idx="27" hasCustomPrompt="1"/>
          </p:nvPr>
        </p:nvSpPr>
        <p:spPr>
          <a:xfrm>
            <a:off x="6421716" y="2948152"/>
            <a:ext cx="4956470" cy="3120773"/>
          </a:xfrm>
        </p:spPr>
        <p:txBody>
          <a:bodyPr lIns="0" tIns="0" rIns="0" bIns="0"/>
          <a:lstStyle>
            <a:lvl1pPr marL="0" indent="0">
              <a:spcBef>
                <a:spcPts val="1000"/>
              </a:spcBef>
              <a:buNone/>
              <a:defRPr sz="1800"/>
            </a:lvl1pPr>
            <a:lvl2pPr marL="283464" indent="-283464">
              <a:spcBef>
                <a:spcPts val="1000"/>
              </a:spcBef>
              <a:defRPr sz="1800"/>
            </a:lvl2pPr>
            <a:lvl3pPr marL="685800">
              <a:spcBef>
                <a:spcPts val="1000"/>
              </a:spcBef>
              <a:defRPr sz="1800"/>
            </a:lvl3pPr>
            <a:lvl4pPr marL="1051560">
              <a:spcBef>
                <a:spcPts val="1000"/>
              </a:spcBef>
              <a:defRPr sz="1800"/>
            </a:lvl4pPr>
            <a:lvl5pPr marL="1417320">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29817327"/>
      </p:ext>
    </p:extLst>
  </p:cSld>
  <p:clrMapOvr>
    <a:masterClrMapping/>
  </p:clrMapOvr>
  <p:extLst>
    <p:ext uri="{DCECCB84-F9BA-43D5-87BE-67443E8EF086}">
      <p15:sldGuideLst xmlns:p15="http://schemas.microsoft.com/office/powerpoint/2012/main">
        <p15:guide id="1" pos="3840">
          <p15:clr>
            <a:srgbClr val="FBAE40"/>
          </p15:clr>
        </p15:guide>
        <p15:guide id="2" orient="horz" pos="1008">
          <p15:clr>
            <a:srgbClr val="FBAE40"/>
          </p15:clr>
        </p15:guide>
        <p15:guide id="3" orient="horz" pos="1560">
          <p15:clr>
            <a:srgbClr val="FBAE40"/>
          </p15:clr>
        </p15:guide>
        <p15:guide id="4" pos="312">
          <p15:clr>
            <a:srgbClr val="FBAE40"/>
          </p15:clr>
        </p15:guide>
        <p15:guide id="5" pos="816">
          <p15:clr>
            <a:srgbClr val="FBAE40"/>
          </p15:clr>
        </p15:guide>
        <p15:guide id="6" pos="7344">
          <p15:clr>
            <a:srgbClr val="FBAE40"/>
          </p15:clr>
        </p15:guide>
        <p15:guide id="7" orient="horz" pos="1416">
          <p15:clr>
            <a:srgbClr val="FBAE40"/>
          </p15:clr>
        </p15:guide>
        <p15:guide id="9" orient="horz" pos="384">
          <p15:clr>
            <a:srgbClr val="FBAE40"/>
          </p15:clr>
        </p15:guide>
        <p15:guide id="10" orient="horz" pos="374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wo Content 1">
    <p:spTree>
      <p:nvGrpSpPr>
        <p:cNvPr id="1" name=""/>
        <p:cNvGrpSpPr/>
        <p:nvPr/>
      </p:nvGrpSpPr>
      <p:grpSpPr>
        <a:xfrm>
          <a:off x="0" y="0"/>
          <a:ext cx="0" cy="0"/>
          <a:chOff x="0" y="0"/>
          <a:chExt cx="0" cy="0"/>
        </a:xfrm>
      </p:grpSpPr>
      <p:pic>
        <p:nvPicPr>
          <p:cNvPr id="4" name="Object 1">
            <a:extLst>
              <a:ext uri="{FF2B5EF4-FFF2-40B4-BE49-F238E27FC236}">
                <a16:creationId xmlns:a16="http://schemas.microsoft.com/office/drawing/2014/main" id="{83F8143D-16B1-4CE2-1910-9E5074922159}"/>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rcRect t="12807"/>
          <a:stretch/>
        </p:blipFill>
        <p:spPr>
          <a:xfrm rot="10800000">
            <a:off x="9987169" y="4877232"/>
            <a:ext cx="1574573" cy="1980768"/>
          </a:xfrm>
          <a:prstGeom prst="rect">
            <a:avLst/>
          </a:prstGeom>
        </p:spPr>
      </p:pic>
      <p:sp>
        <p:nvSpPr>
          <p:cNvPr id="10" name="Oval 9">
            <a:extLst>
              <a:ext uri="{FF2B5EF4-FFF2-40B4-BE49-F238E27FC236}">
                <a16:creationId xmlns:a16="http://schemas.microsoft.com/office/drawing/2014/main" id="{F6BE63D1-6CC6-AD50-D587-0514090FB382}"/>
              </a:ext>
              <a:ext uri="{C183D7F6-B498-43B3-948B-1728B52AA6E4}">
                <adec:decorative xmlns:adec="http://schemas.microsoft.com/office/drawing/2017/decorative" val="1"/>
              </a:ext>
            </a:extLst>
          </p:cNvPr>
          <p:cNvSpPr/>
          <p:nvPr/>
        </p:nvSpPr>
        <p:spPr>
          <a:xfrm rot="10800000">
            <a:off x="9987170" y="3039926"/>
            <a:ext cx="1572768" cy="157276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3" name="Title 1">
            <a:extLst>
              <a:ext uri="{FF2B5EF4-FFF2-40B4-BE49-F238E27FC236}">
                <a16:creationId xmlns:a16="http://schemas.microsoft.com/office/drawing/2014/main" id="{D1A089D1-3F91-4EA1-F598-0EDD4632E42D}"/>
              </a:ext>
            </a:extLst>
          </p:cNvPr>
          <p:cNvSpPr>
            <a:spLocks noGrp="1"/>
          </p:cNvSpPr>
          <p:nvPr>
            <p:ph type="title" hasCustomPrompt="1"/>
          </p:nvPr>
        </p:nvSpPr>
        <p:spPr>
          <a:xfrm>
            <a:off x="813816" y="605155"/>
            <a:ext cx="10571734" cy="1160145"/>
          </a:xfrm>
        </p:spPr>
        <p:txBody>
          <a:bodyPr lIns="0" tIns="0" rIns="0" bIns="0">
            <a:noAutofit/>
          </a:bodyPr>
          <a:lstStyle/>
          <a:p>
            <a:r>
              <a:rPr lang="en-US" dirty="0"/>
              <a:t>Click to add title</a:t>
            </a:r>
          </a:p>
        </p:txBody>
      </p:sp>
      <p:sp>
        <p:nvSpPr>
          <p:cNvPr id="5" name="Content Placeholder 2">
            <a:extLst>
              <a:ext uri="{FF2B5EF4-FFF2-40B4-BE49-F238E27FC236}">
                <a16:creationId xmlns:a16="http://schemas.microsoft.com/office/drawing/2014/main" id="{82DE6614-889D-2DB5-4C2F-DCBD22BA3B22}"/>
              </a:ext>
            </a:extLst>
          </p:cNvPr>
          <p:cNvSpPr>
            <a:spLocks noGrp="1"/>
          </p:cNvSpPr>
          <p:nvPr>
            <p:ph sz="quarter" idx="27" hasCustomPrompt="1"/>
          </p:nvPr>
        </p:nvSpPr>
        <p:spPr>
          <a:xfrm>
            <a:off x="811185" y="2041456"/>
            <a:ext cx="2736849" cy="4067717"/>
          </a:xfrm>
        </p:spPr>
        <p:txBody>
          <a:bodyPr lIns="0" tIns="0" rIns="0" bIns="0"/>
          <a:lstStyle>
            <a:lvl1pPr marL="342900" indent="-342900">
              <a:buFont typeface="+mj-lt"/>
              <a:buAutoNum type="arabicPeriod"/>
              <a:defRPr sz="1800"/>
            </a:lvl1pPr>
            <a:lvl2pPr marL="525780" indent="-342900">
              <a:buFont typeface="+mj-lt"/>
              <a:buAutoNum type="alphaLcPeriod"/>
              <a:defRPr sz="1800"/>
            </a:lvl2pPr>
            <a:lvl3pPr marL="800100" indent="-342900">
              <a:buFont typeface="+mj-lt"/>
              <a:buAutoNum type="arabicParenR"/>
              <a:defRPr sz="1800"/>
            </a:lvl3pPr>
            <a:lvl4pPr marL="1051560" indent="-228600">
              <a:buFont typeface="+mj-lt"/>
              <a:buAutoNum type="alphaLcParenR"/>
              <a:defRPr sz="1800"/>
            </a:lvl4pPr>
            <a:lvl5pPr marL="1417320" indent="-228600">
              <a:buFont typeface="+mj-lt"/>
              <a:buAutoNum type="romanLcPeriod"/>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2">
            <a:extLst>
              <a:ext uri="{FF2B5EF4-FFF2-40B4-BE49-F238E27FC236}">
                <a16:creationId xmlns:a16="http://schemas.microsoft.com/office/drawing/2014/main" id="{B7B2B871-B646-8E1E-CD57-2224B2D4E590}"/>
              </a:ext>
            </a:extLst>
          </p:cNvPr>
          <p:cNvSpPr>
            <a:spLocks noGrp="1"/>
          </p:cNvSpPr>
          <p:nvPr>
            <p:ph sz="quarter" idx="28" hasCustomPrompt="1"/>
          </p:nvPr>
        </p:nvSpPr>
        <p:spPr>
          <a:xfrm>
            <a:off x="3744073" y="2037680"/>
            <a:ext cx="4156619" cy="4046290"/>
          </a:xfrm>
        </p:spPr>
        <p:txBody>
          <a:bodyPr lIns="0" tIns="0" rIns="0" bIns="0"/>
          <a:lstStyle>
            <a:lvl1pPr marL="0" indent="0">
              <a:spcBef>
                <a:spcPts val="1000"/>
              </a:spcBef>
              <a:buNone/>
              <a:defRPr sz="1800"/>
            </a:lvl1pPr>
            <a:lvl2pPr marL="283464" indent="-283464">
              <a:spcBef>
                <a:spcPts val="1000"/>
              </a:spcBef>
              <a:defRPr sz="1800"/>
            </a:lvl2pPr>
            <a:lvl3pPr marL="685800">
              <a:spcBef>
                <a:spcPts val="1000"/>
              </a:spcBef>
              <a:defRPr sz="1800"/>
            </a:lvl3pPr>
            <a:lvl4pPr marL="1051560">
              <a:spcBef>
                <a:spcPts val="1000"/>
              </a:spcBef>
              <a:defRPr sz="1800"/>
            </a:lvl4pPr>
            <a:lvl5pPr marL="1417320">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65174800"/>
      </p:ext>
    </p:extLst>
  </p:cSld>
  <p:clrMapOvr>
    <a:masterClrMapping/>
  </p:clrMapOvr>
  <p:extLst>
    <p:ext uri="{DCECCB84-F9BA-43D5-87BE-67443E8EF086}">
      <p15:sldGuideLst xmlns:p15="http://schemas.microsoft.com/office/powerpoint/2012/main">
        <p15:guide id="1" pos="3840">
          <p15:clr>
            <a:srgbClr val="FBAE40"/>
          </p15:clr>
        </p15:guide>
        <p15:guide id="2" orient="horz" pos="1008">
          <p15:clr>
            <a:srgbClr val="FBAE40"/>
          </p15:clr>
        </p15:guide>
        <p15:guide id="3" orient="horz" pos="1560">
          <p15:clr>
            <a:srgbClr val="FBAE40"/>
          </p15:clr>
        </p15:guide>
        <p15:guide id="4" pos="312">
          <p15:clr>
            <a:srgbClr val="FBAE40"/>
          </p15:clr>
        </p15:guide>
        <p15:guide id="5" pos="816">
          <p15:clr>
            <a:srgbClr val="FBAE40"/>
          </p15:clr>
        </p15:guide>
        <p15:guide id="6" pos="633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 Picture ">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F7D965D3-2ED5-0347-F848-6C2A1D36AEB9}"/>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55513" b="14154"/>
          <a:stretch>
            <a:fillRect/>
          </a:stretch>
        </p:blipFill>
        <p:spPr>
          <a:xfrm rot="10800000">
            <a:off x="-887922" y="0"/>
            <a:ext cx="3050912" cy="5887335"/>
          </a:xfrm>
          <a:custGeom>
            <a:avLst/>
            <a:gdLst>
              <a:gd name="connsiteX0" fmla="*/ 0 w 3050912"/>
              <a:gd name="connsiteY0" fmla="*/ 0 h 5887335"/>
              <a:gd name="connsiteX1" fmla="*/ 3050912 w 3050912"/>
              <a:gd name="connsiteY1" fmla="*/ 0 h 5887335"/>
              <a:gd name="connsiteX2" fmla="*/ 3050912 w 3050912"/>
              <a:gd name="connsiteY2" fmla="*/ 5887335 h 5887335"/>
              <a:gd name="connsiteX3" fmla="*/ 0 w 3050912"/>
              <a:gd name="connsiteY3" fmla="*/ 5887335 h 5887335"/>
            </a:gdLst>
            <a:ahLst/>
            <a:cxnLst>
              <a:cxn ang="0">
                <a:pos x="connsiteX0" y="connsiteY0"/>
              </a:cxn>
              <a:cxn ang="0">
                <a:pos x="connsiteX1" y="connsiteY1"/>
              </a:cxn>
              <a:cxn ang="0">
                <a:pos x="connsiteX2" y="connsiteY2"/>
              </a:cxn>
              <a:cxn ang="0">
                <a:pos x="connsiteX3" y="connsiteY3"/>
              </a:cxn>
            </a:cxnLst>
            <a:rect l="l" t="t" r="r" b="b"/>
            <a:pathLst>
              <a:path w="3050912" h="5887335">
                <a:moveTo>
                  <a:pt x="0" y="0"/>
                </a:moveTo>
                <a:lnTo>
                  <a:pt x="3050912" y="0"/>
                </a:lnTo>
                <a:lnTo>
                  <a:pt x="3050912" y="5887335"/>
                </a:lnTo>
                <a:lnTo>
                  <a:pt x="0" y="5887335"/>
                </a:lnTo>
                <a:close/>
              </a:path>
            </a:pathLst>
          </a:custGeom>
        </p:spPr>
      </p:pic>
      <p:sp>
        <p:nvSpPr>
          <p:cNvPr id="20" name="Title 1">
            <a:extLst>
              <a:ext uri="{FF2B5EF4-FFF2-40B4-BE49-F238E27FC236}">
                <a16:creationId xmlns:a16="http://schemas.microsoft.com/office/drawing/2014/main" id="{1CBEC63C-AA69-807D-2A93-BC45B1BDF641}"/>
              </a:ext>
            </a:extLst>
          </p:cNvPr>
          <p:cNvSpPr>
            <a:spLocks noGrp="1"/>
          </p:cNvSpPr>
          <p:nvPr>
            <p:ph type="title" hasCustomPrompt="1"/>
          </p:nvPr>
        </p:nvSpPr>
        <p:spPr>
          <a:xfrm>
            <a:off x="811184" y="621973"/>
            <a:ext cx="6275416" cy="1828800"/>
          </a:xfrm>
        </p:spPr>
        <p:txBody>
          <a:bodyPr lIns="0" tIns="0" rIns="0" bIns="0">
            <a:noAutofit/>
          </a:bodyPr>
          <a:lstStyle/>
          <a:p>
            <a:r>
              <a:rPr lang="en-US" dirty="0"/>
              <a:t>Click to add title</a:t>
            </a:r>
          </a:p>
        </p:txBody>
      </p:sp>
      <p:sp>
        <p:nvSpPr>
          <p:cNvPr id="5" name="Oval 4">
            <a:extLst>
              <a:ext uri="{FF2B5EF4-FFF2-40B4-BE49-F238E27FC236}">
                <a16:creationId xmlns:a16="http://schemas.microsoft.com/office/drawing/2014/main" id="{CFE945C7-CAAC-C9B4-0B56-EC62E53C8DB6}"/>
              </a:ext>
              <a:ext uri="{C183D7F6-B498-43B3-948B-1728B52AA6E4}">
                <adec:decorative xmlns:adec="http://schemas.microsoft.com/office/drawing/2017/decorative" val="1"/>
              </a:ext>
            </a:extLst>
          </p:cNvPr>
          <p:cNvSpPr/>
          <p:nvPr/>
        </p:nvSpPr>
        <p:spPr>
          <a:xfrm>
            <a:off x="11017902" y="5607506"/>
            <a:ext cx="1096391" cy="1096391"/>
          </a:xfrm>
          <a:prstGeom prst="ellipse">
            <a:avLst/>
          </a:prstGeom>
          <a:solidFill>
            <a:srgbClr val="D4ED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Freeform 4">
            <a:extLst>
              <a:ext uri="{FF2B5EF4-FFF2-40B4-BE49-F238E27FC236}">
                <a16:creationId xmlns:a16="http://schemas.microsoft.com/office/drawing/2014/main" id="{E58C5299-758C-70DA-D929-E0BC719E9A78}"/>
              </a:ext>
              <a:ext uri="{C183D7F6-B498-43B3-948B-1728B52AA6E4}">
                <adec:decorative xmlns:adec="http://schemas.microsoft.com/office/drawing/2017/decorative" val="1"/>
              </a:ext>
            </a:extLst>
          </p:cNvPr>
          <p:cNvSpPr/>
          <p:nvPr/>
        </p:nvSpPr>
        <p:spPr>
          <a:xfrm>
            <a:off x="10500638" y="5090242"/>
            <a:ext cx="2130921" cy="2130921"/>
          </a:xfrm>
          <a:custGeom>
            <a:avLst/>
            <a:gdLst>
              <a:gd name="connsiteX0" fmla="*/ 1346200 w 2692400"/>
              <a:gd name="connsiteY0" fmla="*/ 0 h 2692400"/>
              <a:gd name="connsiteX1" fmla="*/ 2692400 w 2692400"/>
              <a:gd name="connsiteY1" fmla="*/ 1346200 h 2692400"/>
              <a:gd name="connsiteX2" fmla="*/ 1346200 w 2692400"/>
              <a:gd name="connsiteY2" fmla="*/ 2692400 h 2692400"/>
              <a:gd name="connsiteX3" fmla="*/ 0 w 2692400"/>
              <a:gd name="connsiteY3" fmla="*/ 1346200 h 2692400"/>
              <a:gd name="connsiteX4" fmla="*/ 1346200 w 2692400"/>
              <a:gd name="connsiteY4" fmla="*/ 0 h 2692400"/>
              <a:gd name="connsiteX5" fmla="*/ 1346199 w 2692400"/>
              <a:gd name="connsiteY5" fmla="*/ 457130 h 2692400"/>
              <a:gd name="connsiteX6" fmla="*/ 457130 w 2692400"/>
              <a:gd name="connsiteY6" fmla="*/ 1346199 h 2692400"/>
              <a:gd name="connsiteX7" fmla="*/ 1346199 w 2692400"/>
              <a:gd name="connsiteY7" fmla="*/ 2235268 h 2692400"/>
              <a:gd name="connsiteX8" fmla="*/ 2235268 w 2692400"/>
              <a:gd name="connsiteY8" fmla="*/ 1346199 h 2692400"/>
              <a:gd name="connsiteX9" fmla="*/ 1346199 w 2692400"/>
              <a:gd name="connsiteY9" fmla="*/ 457130 h 269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2400" h="2692400">
                <a:moveTo>
                  <a:pt x="1346200" y="0"/>
                </a:moveTo>
                <a:cubicBezTo>
                  <a:pt x="2089686" y="0"/>
                  <a:pt x="2692400" y="602714"/>
                  <a:pt x="2692400" y="1346200"/>
                </a:cubicBezTo>
                <a:cubicBezTo>
                  <a:pt x="2692400" y="2089686"/>
                  <a:pt x="2089686" y="2692400"/>
                  <a:pt x="1346200" y="2692400"/>
                </a:cubicBezTo>
                <a:cubicBezTo>
                  <a:pt x="602714" y="2692400"/>
                  <a:pt x="0" y="2089686"/>
                  <a:pt x="0" y="1346200"/>
                </a:cubicBezTo>
                <a:cubicBezTo>
                  <a:pt x="0" y="602714"/>
                  <a:pt x="602714" y="0"/>
                  <a:pt x="1346200" y="0"/>
                </a:cubicBezTo>
                <a:close/>
                <a:moveTo>
                  <a:pt x="1346199" y="457130"/>
                </a:moveTo>
                <a:cubicBezTo>
                  <a:pt x="855180" y="457130"/>
                  <a:pt x="457130" y="855180"/>
                  <a:pt x="457130" y="1346199"/>
                </a:cubicBezTo>
                <a:cubicBezTo>
                  <a:pt x="457130" y="1837218"/>
                  <a:pt x="855180" y="2235268"/>
                  <a:pt x="1346199" y="2235268"/>
                </a:cubicBezTo>
                <a:cubicBezTo>
                  <a:pt x="1837218" y="2235268"/>
                  <a:pt x="2235268" y="1837218"/>
                  <a:pt x="2235268" y="1346199"/>
                </a:cubicBezTo>
                <a:cubicBezTo>
                  <a:pt x="2235268" y="855180"/>
                  <a:pt x="1837218" y="457130"/>
                  <a:pt x="1346199" y="45713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Content Placeholder 5">
            <a:extLst>
              <a:ext uri="{FF2B5EF4-FFF2-40B4-BE49-F238E27FC236}">
                <a16:creationId xmlns:a16="http://schemas.microsoft.com/office/drawing/2014/main" id="{F7A4C6AC-F9E8-412E-2D6B-9FDD07ADDE72}"/>
              </a:ext>
            </a:extLst>
          </p:cNvPr>
          <p:cNvSpPr>
            <a:spLocks noGrp="1"/>
          </p:cNvSpPr>
          <p:nvPr>
            <p:ph sz="quarter" idx="18" hasCustomPrompt="1"/>
          </p:nvPr>
        </p:nvSpPr>
        <p:spPr>
          <a:xfrm>
            <a:off x="810330" y="2771566"/>
            <a:ext cx="6275387" cy="3271324"/>
          </a:xfrm>
        </p:spPr>
        <p:txBody>
          <a:bodyPr lIns="0"/>
          <a:lstStyle>
            <a:lvl1pPr marL="0" indent="0">
              <a:buNone/>
              <a:defRPr/>
            </a:lvl1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2" name="Picture Placeholder 31">
            <a:extLst>
              <a:ext uri="{FF2B5EF4-FFF2-40B4-BE49-F238E27FC236}">
                <a16:creationId xmlns:a16="http://schemas.microsoft.com/office/drawing/2014/main" id="{C0463C33-FF99-2443-BE5D-682AC8CB8B70}"/>
              </a:ext>
            </a:extLst>
          </p:cNvPr>
          <p:cNvSpPr>
            <a:spLocks noGrp="1"/>
          </p:cNvSpPr>
          <p:nvPr>
            <p:ph type="pic" sz="quarter" idx="17"/>
          </p:nvPr>
        </p:nvSpPr>
        <p:spPr>
          <a:xfrm>
            <a:off x="8065200" y="136525"/>
            <a:ext cx="4126800" cy="4126800"/>
          </a:xfrm>
          <a:custGeom>
            <a:avLst/>
            <a:gdLst>
              <a:gd name="connsiteX0" fmla="*/ 2063400 w 4126800"/>
              <a:gd name="connsiteY0" fmla="*/ 0 h 4126800"/>
              <a:gd name="connsiteX1" fmla="*/ 4126800 w 4126800"/>
              <a:gd name="connsiteY1" fmla="*/ 2063400 h 4126800"/>
              <a:gd name="connsiteX2" fmla="*/ 2063400 w 4126800"/>
              <a:gd name="connsiteY2" fmla="*/ 4126800 h 4126800"/>
              <a:gd name="connsiteX3" fmla="*/ 0 w 4126800"/>
              <a:gd name="connsiteY3" fmla="*/ 2063400 h 4126800"/>
              <a:gd name="connsiteX4" fmla="*/ 2063400 w 4126800"/>
              <a:gd name="connsiteY4" fmla="*/ 0 h 4126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6800" h="4126800">
                <a:moveTo>
                  <a:pt x="2063400" y="0"/>
                </a:moveTo>
                <a:cubicBezTo>
                  <a:pt x="3202984" y="0"/>
                  <a:pt x="4126800" y="923816"/>
                  <a:pt x="4126800" y="2063400"/>
                </a:cubicBezTo>
                <a:cubicBezTo>
                  <a:pt x="4126800" y="3202984"/>
                  <a:pt x="3202984" y="4126800"/>
                  <a:pt x="2063400" y="4126800"/>
                </a:cubicBezTo>
                <a:cubicBezTo>
                  <a:pt x="923816" y="4126800"/>
                  <a:pt x="0" y="3202984"/>
                  <a:pt x="0" y="2063400"/>
                </a:cubicBezTo>
                <a:cubicBezTo>
                  <a:pt x="0" y="923816"/>
                  <a:pt x="923816" y="0"/>
                  <a:pt x="2063400" y="0"/>
                </a:cubicBezTo>
                <a:close/>
              </a:path>
            </a:pathLst>
          </a:custGeom>
          <a:solidFill>
            <a:schemeClr val="accent6"/>
          </a:solidFill>
        </p:spPr>
        <p:txBody>
          <a:bodyPr wrap="square" tIns="731520">
            <a:noAutofit/>
          </a:bodyPr>
          <a:lstStyle>
            <a:lvl1pPr marL="0" indent="0" algn="ctr">
              <a:buNone/>
              <a:defRPr sz="1600"/>
            </a:lvl1pPr>
          </a:lstStyle>
          <a:p>
            <a:r>
              <a:rPr lang="en-US"/>
              <a:t>Click icon to add picture</a:t>
            </a:r>
            <a:endParaRPr lang="en-US" dirty="0"/>
          </a:p>
        </p:txBody>
      </p:sp>
    </p:spTree>
    <p:extLst>
      <p:ext uri="{BB962C8B-B14F-4D97-AF65-F5344CB8AC3E}">
        <p14:creationId xmlns:p14="http://schemas.microsoft.com/office/powerpoint/2010/main" val="1154706373"/>
      </p:ext>
    </p:extLst>
  </p:cSld>
  <p:clrMapOvr>
    <a:masterClrMapping/>
  </p:clrMapOvr>
  <p:extLst>
    <p:ext uri="{DCECCB84-F9BA-43D5-87BE-67443E8EF086}">
      <p15:sldGuideLst xmlns:p15="http://schemas.microsoft.com/office/powerpoint/2012/main">
        <p15:guide id="1" pos="3840">
          <p15:clr>
            <a:srgbClr val="FBAE40"/>
          </p15:clr>
        </p15:guide>
        <p15:guide id="2" orient="horz" pos="1008">
          <p15:clr>
            <a:srgbClr val="FBAE40"/>
          </p15:clr>
        </p15:guide>
        <p15:guide id="3" orient="horz" pos="1560">
          <p15:clr>
            <a:srgbClr val="FBAE40"/>
          </p15:clr>
        </p15:guide>
        <p15:guide id="4" pos="312">
          <p15:clr>
            <a:srgbClr val="FBAE40"/>
          </p15:clr>
        </p15:guide>
        <p15:guide id="5" pos="816">
          <p15:clr>
            <a:srgbClr val="FBAE40"/>
          </p15:clr>
        </p15:guide>
        <p15:guide id="6" pos="633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 Table">
    <p:bg>
      <p:bgPr>
        <a:solidFill>
          <a:srgbClr val="0A3254"/>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D978EB2-1AE7-BB87-954B-F3DBF5080553}"/>
              </a:ext>
            </a:extLst>
          </p:cNvPr>
          <p:cNvSpPr>
            <a:spLocks noGrp="1"/>
          </p:cNvSpPr>
          <p:nvPr>
            <p:ph type="title" hasCustomPrompt="1"/>
          </p:nvPr>
        </p:nvSpPr>
        <p:spPr>
          <a:xfrm>
            <a:off x="811184" y="621973"/>
            <a:ext cx="10569634" cy="1801793"/>
          </a:xfrm>
        </p:spPr>
        <p:txBody>
          <a:bodyPr lIns="0" tIns="0" rIns="0" bIns="0">
            <a:noAutofit/>
          </a:bodyPr>
          <a:lstStyle/>
          <a:p>
            <a:r>
              <a:rPr lang="en-US" dirty="0"/>
              <a:t>Click to add title</a:t>
            </a:r>
          </a:p>
        </p:txBody>
      </p:sp>
      <p:sp>
        <p:nvSpPr>
          <p:cNvPr id="2" name="Content Placeholder 2">
            <a:extLst>
              <a:ext uri="{FF2B5EF4-FFF2-40B4-BE49-F238E27FC236}">
                <a16:creationId xmlns:a16="http://schemas.microsoft.com/office/drawing/2014/main" id="{1406BDC3-2B84-117A-BF71-A331C1DD6BCB}"/>
              </a:ext>
            </a:extLst>
          </p:cNvPr>
          <p:cNvSpPr>
            <a:spLocks noGrp="1"/>
          </p:cNvSpPr>
          <p:nvPr>
            <p:ph sz="quarter" idx="26" hasCustomPrompt="1"/>
          </p:nvPr>
        </p:nvSpPr>
        <p:spPr>
          <a:xfrm>
            <a:off x="811183" y="2796209"/>
            <a:ext cx="3657598" cy="3147392"/>
          </a:xfrm>
        </p:spPr>
        <p:txBody>
          <a:bodyPr lIns="0" tIns="0" rIns="0" bIns="0"/>
          <a:lstStyle>
            <a:lvl1pPr marL="285750" indent="-285750">
              <a:buFont typeface="Arial" panose="020B0604020202020204" pitchFamily="34" charset="0"/>
              <a:buChar char="•"/>
              <a:defRPr sz="1800"/>
            </a:lvl1pPr>
            <a:lvl2pPr marL="411480">
              <a:defRPr sz="1600"/>
            </a:lvl2pPr>
            <a:lvl3pPr marL="685800">
              <a:defRPr sz="1400"/>
            </a:lvl3pPr>
            <a:lvl4pPr marL="1051560">
              <a:defRPr sz="1200"/>
            </a:lvl4pPr>
            <a:lvl5pPr marL="1417320">
              <a:defRPr sz="10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able Placeholder 4">
            <a:extLst>
              <a:ext uri="{FF2B5EF4-FFF2-40B4-BE49-F238E27FC236}">
                <a16:creationId xmlns:a16="http://schemas.microsoft.com/office/drawing/2014/main" id="{4D2A92BD-8372-F61F-9551-6FA12079139B}"/>
              </a:ext>
            </a:extLst>
          </p:cNvPr>
          <p:cNvSpPr>
            <a:spLocks noGrp="1"/>
          </p:cNvSpPr>
          <p:nvPr>
            <p:ph type="tbl" sz="quarter" idx="28" hasCustomPrompt="1"/>
          </p:nvPr>
        </p:nvSpPr>
        <p:spPr>
          <a:xfrm>
            <a:off x="4902200" y="2795588"/>
            <a:ext cx="6478617" cy="3148012"/>
          </a:xfrm>
        </p:spPr>
        <p:txBody>
          <a:bodyPr/>
          <a:lstStyle>
            <a:lvl1pPr>
              <a:defRPr/>
            </a:lvl1pPr>
          </a:lstStyle>
          <a:p>
            <a:r>
              <a:rPr lang="en-US" dirty="0"/>
              <a:t>Click icon to insert table</a:t>
            </a:r>
          </a:p>
        </p:txBody>
      </p:sp>
      <p:sp>
        <p:nvSpPr>
          <p:cNvPr id="7" name="Footer Placeholder 6">
            <a:extLst>
              <a:ext uri="{FF2B5EF4-FFF2-40B4-BE49-F238E27FC236}">
                <a16:creationId xmlns:a16="http://schemas.microsoft.com/office/drawing/2014/main" id="{C36FD22D-E552-7707-178A-C415B32A8553}"/>
              </a:ext>
            </a:extLst>
          </p:cNvPr>
          <p:cNvSpPr>
            <a:spLocks noGrp="1"/>
          </p:cNvSpPr>
          <p:nvPr>
            <p:ph type="ftr" sz="quarter" idx="10"/>
          </p:nvPr>
        </p:nvSpPr>
        <p:spPr/>
        <p:txBody>
          <a:bodyPr>
            <a:noAutofit/>
          </a:bodyPr>
          <a:lstStyle/>
          <a:p>
            <a:endParaRPr lang="en-US"/>
          </a:p>
        </p:txBody>
      </p:sp>
      <p:sp>
        <p:nvSpPr>
          <p:cNvPr id="8" name="Slide Number Placeholder 7">
            <a:extLst>
              <a:ext uri="{FF2B5EF4-FFF2-40B4-BE49-F238E27FC236}">
                <a16:creationId xmlns:a16="http://schemas.microsoft.com/office/drawing/2014/main" id="{DCF2C4E6-14A3-F03B-CAE2-C92DC19E79C7}"/>
              </a:ext>
            </a:extLst>
          </p:cNvPr>
          <p:cNvSpPr>
            <a:spLocks noGrp="1"/>
          </p:cNvSpPr>
          <p:nvPr>
            <p:ph type="sldNum" sz="quarter" idx="11"/>
          </p:nvPr>
        </p:nvSpPr>
        <p:spPr/>
        <p:txBody>
          <a:bodyPr>
            <a:noAutofit/>
          </a:bodyPr>
          <a:lstStyle/>
          <a:p>
            <a:fld id="{CA23C067-291E-4808-B4F5-C33E1CD675F1}" type="slidenum">
              <a:rPr lang="en-US" smtClean="0"/>
              <a:t>‹#›</a:t>
            </a:fld>
            <a:endParaRPr lang="en-US"/>
          </a:p>
        </p:txBody>
      </p:sp>
    </p:spTree>
    <p:extLst>
      <p:ext uri="{BB962C8B-B14F-4D97-AF65-F5344CB8AC3E}">
        <p14:creationId xmlns:p14="http://schemas.microsoft.com/office/powerpoint/2010/main" val="3244288081"/>
      </p:ext>
    </p:extLst>
  </p:cSld>
  <p:clrMapOvr>
    <a:masterClrMapping/>
  </p:clrMapOvr>
  <p:extLst>
    <p:ext uri="{DCECCB84-F9BA-43D5-87BE-67443E8EF086}">
      <p15:sldGuideLst xmlns:p15="http://schemas.microsoft.com/office/powerpoint/2012/main">
        <p15:guide id="1" pos="3840">
          <p15:clr>
            <a:srgbClr val="FBAE40"/>
          </p15:clr>
        </p15:guide>
        <p15:guide id="2" orient="horz" pos="1008">
          <p15:clr>
            <a:srgbClr val="FBAE40"/>
          </p15:clr>
        </p15:guide>
        <p15:guide id="3" orient="horz" pos="1560">
          <p15:clr>
            <a:srgbClr val="FBAE40"/>
          </p15:clr>
        </p15:guide>
        <p15:guide id="4" pos="312">
          <p15:clr>
            <a:srgbClr val="FBAE40"/>
          </p15:clr>
        </p15:guide>
        <p15:guide id="5" pos="816">
          <p15:clr>
            <a:srgbClr val="FBAE40"/>
          </p15:clr>
        </p15:guide>
        <p15:guide id="6" pos="7344">
          <p15:clr>
            <a:srgbClr val="FBAE40"/>
          </p15:clr>
        </p15:guide>
        <p15:guide id="7" orient="horz" pos="1416">
          <p15:clr>
            <a:srgbClr val="FBAE40"/>
          </p15:clr>
        </p15:guide>
        <p15:guide id="9" orient="horz" pos="384">
          <p15:clr>
            <a:srgbClr val="FBAE40"/>
          </p15:clr>
        </p15:guide>
        <p15:guide id="10" orient="horz" pos="374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wo Content 2">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69EF52E1-6F3C-5D9B-32DC-A156BDDE2834}"/>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2647" b="86709"/>
          <a:stretch/>
        </p:blipFill>
        <p:spPr>
          <a:xfrm>
            <a:off x="-1" y="5946505"/>
            <a:ext cx="5304866" cy="911495"/>
          </a:xfrm>
          <a:custGeom>
            <a:avLst/>
            <a:gdLst>
              <a:gd name="connsiteX0" fmla="*/ 0 w 5304866"/>
              <a:gd name="connsiteY0" fmla="*/ 0 h 1912980"/>
              <a:gd name="connsiteX1" fmla="*/ 5304866 w 5304866"/>
              <a:gd name="connsiteY1" fmla="*/ 0 h 1912980"/>
              <a:gd name="connsiteX2" fmla="*/ 5304866 w 5304866"/>
              <a:gd name="connsiteY2" fmla="*/ 1912980 h 1912980"/>
              <a:gd name="connsiteX3" fmla="*/ 5304865 w 5304866"/>
              <a:gd name="connsiteY3" fmla="*/ 1912980 h 1912980"/>
              <a:gd name="connsiteX4" fmla="*/ 0 w 5304866"/>
              <a:gd name="connsiteY4" fmla="*/ 1912980 h 19129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04866" h="1912980">
                <a:moveTo>
                  <a:pt x="0" y="0"/>
                </a:moveTo>
                <a:lnTo>
                  <a:pt x="5304866" y="0"/>
                </a:lnTo>
                <a:lnTo>
                  <a:pt x="5304866" y="1912980"/>
                </a:lnTo>
                <a:lnTo>
                  <a:pt x="5304865" y="1912980"/>
                </a:lnTo>
                <a:lnTo>
                  <a:pt x="0" y="1912980"/>
                </a:lnTo>
                <a:close/>
              </a:path>
            </a:pathLst>
          </a:custGeom>
        </p:spPr>
      </p:pic>
      <p:sp>
        <p:nvSpPr>
          <p:cNvPr id="9" name="Freeform 8">
            <a:extLst>
              <a:ext uri="{FF2B5EF4-FFF2-40B4-BE49-F238E27FC236}">
                <a16:creationId xmlns:a16="http://schemas.microsoft.com/office/drawing/2014/main" id="{4510996E-0672-63AB-DCBF-25B251B22899}"/>
              </a:ext>
              <a:ext uri="{C183D7F6-B498-43B3-948B-1728B52AA6E4}">
                <adec:decorative xmlns:adec="http://schemas.microsoft.com/office/drawing/2017/decorative" val="1"/>
              </a:ext>
            </a:extLst>
          </p:cNvPr>
          <p:cNvSpPr/>
          <p:nvPr/>
        </p:nvSpPr>
        <p:spPr>
          <a:xfrm>
            <a:off x="10497680" y="0"/>
            <a:ext cx="1694321" cy="2692400"/>
          </a:xfrm>
          <a:custGeom>
            <a:avLst/>
            <a:gdLst>
              <a:gd name="connsiteX0" fmla="*/ 1346200 w 1694321"/>
              <a:gd name="connsiteY0" fmla="*/ 0 h 2692400"/>
              <a:gd name="connsiteX1" fmla="*/ 1617506 w 1694321"/>
              <a:gd name="connsiteY1" fmla="*/ 27350 h 2692400"/>
              <a:gd name="connsiteX2" fmla="*/ 1694321 w 1694321"/>
              <a:gd name="connsiteY2" fmla="*/ 47101 h 2692400"/>
              <a:gd name="connsiteX3" fmla="*/ 1694321 w 1694321"/>
              <a:gd name="connsiteY3" fmla="*/ 528114 h 2692400"/>
              <a:gd name="connsiteX4" fmla="*/ 1692265 w 1694321"/>
              <a:gd name="connsiteY4" fmla="*/ 526998 h 2692400"/>
              <a:gd name="connsiteX5" fmla="*/ 1346199 w 1694321"/>
              <a:gd name="connsiteY5" fmla="*/ 457130 h 2692400"/>
              <a:gd name="connsiteX6" fmla="*/ 457130 w 1694321"/>
              <a:gd name="connsiteY6" fmla="*/ 1346199 h 2692400"/>
              <a:gd name="connsiteX7" fmla="*/ 1346199 w 1694321"/>
              <a:gd name="connsiteY7" fmla="*/ 2235268 h 2692400"/>
              <a:gd name="connsiteX8" fmla="*/ 1692265 w 1694321"/>
              <a:gd name="connsiteY8" fmla="*/ 2165401 h 2692400"/>
              <a:gd name="connsiteX9" fmla="*/ 1694321 w 1694321"/>
              <a:gd name="connsiteY9" fmla="*/ 2164285 h 2692400"/>
              <a:gd name="connsiteX10" fmla="*/ 1694321 w 1694321"/>
              <a:gd name="connsiteY10" fmla="*/ 2645299 h 2692400"/>
              <a:gd name="connsiteX11" fmla="*/ 1617506 w 1694321"/>
              <a:gd name="connsiteY11" fmla="*/ 2665050 h 2692400"/>
              <a:gd name="connsiteX12" fmla="*/ 1346200 w 1694321"/>
              <a:gd name="connsiteY12" fmla="*/ 2692400 h 2692400"/>
              <a:gd name="connsiteX13" fmla="*/ 0 w 1694321"/>
              <a:gd name="connsiteY13" fmla="*/ 1346200 h 2692400"/>
              <a:gd name="connsiteX14" fmla="*/ 1346200 w 1694321"/>
              <a:gd name="connsiteY14" fmla="*/ 0 h 269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694321" h="2692400">
                <a:moveTo>
                  <a:pt x="1346200" y="0"/>
                </a:moveTo>
                <a:cubicBezTo>
                  <a:pt x="1439136" y="0"/>
                  <a:pt x="1529872" y="9417"/>
                  <a:pt x="1617506" y="27350"/>
                </a:cubicBezTo>
                <a:lnTo>
                  <a:pt x="1694321" y="47101"/>
                </a:lnTo>
                <a:lnTo>
                  <a:pt x="1694321" y="528114"/>
                </a:lnTo>
                <a:lnTo>
                  <a:pt x="1692265" y="526998"/>
                </a:lnTo>
                <a:cubicBezTo>
                  <a:pt x="1585898" y="482008"/>
                  <a:pt x="1468954" y="457130"/>
                  <a:pt x="1346199" y="457130"/>
                </a:cubicBezTo>
                <a:cubicBezTo>
                  <a:pt x="855180" y="457130"/>
                  <a:pt x="457130" y="855180"/>
                  <a:pt x="457130" y="1346199"/>
                </a:cubicBezTo>
                <a:cubicBezTo>
                  <a:pt x="457130" y="1837218"/>
                  <a:pt x="855180" y="2235268"/>
                  <a:pt x="1346199" y="2235268"/>
                </a:cubicBezTo>
                <a:cubicBezTo>
                  <a:pt x="1468954" y="2235268"/>
                  <a:pt x="1585898" y="2210390"/>
                  <a:pt x="1692265" y="2165401"/>
                </a:cubicBezTo>
                <a:lnTo>
                  <a:pt x="1694321" y="2164285"/>
                </a:lnTo>
                <a:lnTo>
                  <a:pt x="1694321" y="2645299"/>
                </a:lnTo>
                <a:lnTo>
                  <a:pt x="1617506" y="2665050"/>
                </a:lnTo>
                <a:cubicBezTo>
                  <a:pt x="1529872" y="2682983"/>
                  <a:pt x="1439136" y="2692400"/>
                  <a:pt x="1346200" y="2692400"/>
                </a:cubicBezTo>
                <a:cubicBezTo>
                  <a:pt x="602714" y="2692400"/>
                  <a:pt x="0" y="2089686"/>
                  <a:pt x="0" y="1346200"/>
                </a:cubicBezTo>
                <a:cubicBezTo>
                  <a:pt x="0" y="602714"/>
                  <a:pt x="602714" y="0"/>
                  <a:pt x="1346200" y="0"/>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Title 1">
            <a:extLst>
              <a:ext uri="{FF2B5EF4-FFF2-40B4-BE49-F238E27FC236}">
                <a16:creationId xmlns:a16="http://schemas.microsoft.com/office/drawing/2014/main" id="{D1A089D1-3F91-4EA1-F598-0EDD4632E42D}"/>
              </a:ext>
            </a:extLst>
          </p:cNvPr>
          <p:cNvSpPr>
            <a:spLocks noGrp="1"/>
          </p:cNvSpPr>
          <p:nvPr>
            <p:ph type="title" hasCustomPrompt="1"/>
          </p:nvPr>
        </p:nvSpPr>
        <p:spPr>
          <a:xfrm>
            <a:off x="811185" y="621972"/>
            <a:ext cx="6400800" cy="1828800"/>
          </a:xfrm>
        </p:spPr>
        <p:txBody>
          <a:bodyPr lIns="0" tIns="0" rIns="0" bIns="0">
            <a:noAutofit/>
          </a:bodyPr>
          <a:lstStyle/>
          <a:p>
            <a:r>
              <a:rPr lang="en-US" dirty="0"/>
              <a:t>Click to add title</a:t>
            </a:r>
          </a:p>
        </p:txBody>
      </p:sp>
      <p:sp>
        <p:nvSpPr>
          <p:cNvPr id="2" name="Content Placeholder 2">
            <a:extLst>
              <a:ext uri="{FF2B5EF4-FFF2-40B4-BE49-F238E27FC236}">
                <a16:creationId xmlns:a16="http://schemas.microsoft.com/office/drawing/2014/main" id="{5DE2B4D4-87FA-ACC4-A0FD-E98B07CE9852}"/>
              </a:ext>
            </a:extLst>
          </p:cNvPr>
          <p:cNvSpPr>
            <a:spLocks noGrp="1"/>
          </p:cNvSpPr>
          <p:nvPr>
            <p:ph sz="quarter" idx="26" hasCustomPrompt="1"/>
          </p:nvPr>
        </p:nvSpPr>
        <p:spPr>
          <a:xfrm>
            <a:off x="811185" y="3067050"/>
            <a:ext cx="6400800" cy="3048000"/>
          </a:xfrm>
        </p:spPr>
        <p:txBody>
          <a:bodyPr lIns="0" tIns="0" rIns="0" bIns="0"/>
          <a:lstStyle>
            <a:lvl1pPr marL="0" indent="0">
              <a:buNone/>
              <a:defRPr sz="1800"/>
            </a:lvl1pPr>
            <a:lvl2pPr marL="411480">
              <a:defRPr sz="1800"/>
            </a:lvl2pPr>
            <a:lvl3pPr marL="685800">
              <a:defRPr sz="1800"/>
            </a:lvl3pPr>
            <a:lvl4pPr marL="1051560">
              <a:defRPr sz="1800"/>
            </a:lvl4pPr>
            <a:lvl5pPr marL="1417320">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4A58F85D-7A7F-3D36-8C6A-6589D66D2AFD}"/>
              </a:ext>
            </a:extLst>
          </p:cNvPr>
          <p:cNvSpPr>
            <a:spLocks noGrp="1"/>
          </p:cNvSpPr>
          <p:nvPr>
            <p:ph sz="quarter" idx="27" hasCustomPrompt="1"/>
          </p:nvPr>
        </p:nvSpPr>
        <p:spPr>
          <a:xfrm>
            <a:off x="7861300" y="3067050"/>
            <a:ext cx="3519515" cy="3048000"/>
          </a:xfrm>
        </p:spPr>
        <p:txBody>
          <a:bodyPr lIns="0" tIns="0" rIns="0" bIns="0"/>
          <a:lstStyle>
            <a:lvl1pPr marL="342900" indent="-342900">
              <a:buFont typeface="+mj-lt"/>
              <a:buAutoNum type="arabicPeriod"/>
              <a:defRPr sz="1800"/>
            </a:lvl1pPr>
            <a:lvl2pPr marL="525780" indent="-342900">
              <a:buFont typeface="+mj-lt"/>
              <a:buAutoNum type="alphaLcPeriod"/>
              <a:defRPr sz="1800"/>
            </a:lvl2pPr>
            <a:lvl3pPr marL="800100" indent="-342900">
              <a:buFont typeface="+mj-lt"/>
              <a:buAutoNum type="arabicParenR"/>
              <a:defRPr sz="1800"/>
            </a:lvl3pPr>
            <a:lvl4pPr marL="1165860" indent="-342900">
              <a:buFont typeface="+mj-lt"/>
              <a:buAutoNum type="alphaLcPeriod"/>
              <a:defRPr sz="1800"/>
            </a:lvl4pPr>
            <a:lvl5pPr marL="1531620" indent="-342900">
              <a:buFont typeface="+mj-lt"/>
              <a:buAutoNum type="romanLcPeriod"/>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6">
            <a:extLst>
              <a:ext uri="{FF2B5EF4-FFF2-40B4-BE49-F238E27FC236}">
                <a16:creationId xmlns:a16="http://schemas.microsoft.com/office/drawing/2014/main" id="{C36FD22D-E552-7707-178A-C415B32A8553}"/>
              </a:ext>
            </a:extLst>
          </p:cNvPr>
          <p:cNvSpPr>
            <a:spLocks noGrp="1"/>
          </p:cNvSpPr>
          <p:nvPr>
            <p:ph type="ftr" sz="quarter" idx="10"/>
          </p:nvPr>
        </p:nvSpPr>
        <p:spPr/>
        <p:txBody>
          <a:bodyPr>
            <a:noAutofit/>
          </a:bodyPr>
          <a:lstStyle/>
          <a:p>
            <a:endParaRPr lang="en-US"/>
          </a:p>
        </p:txBody>
      </p:sp>
      <p:sp>
        <p:nvSpPr>
          <p:cNvPr id="8" name="Slide Number Placeholder 7">
            <a:extLst>
              <a:ext uri="{FF2B5EF4-FFF2-40B4-BE49-F238E27FC236}">
                <a16:creationId xmlns:a16="http://schemas.microsoft.com/office/drawing/2014/main" id="{DCF2C4E6-14A3-F03B-CAE2-C92DC19E79C7}"/>
              </a:ext>
            </a:extLst>
          </p:cNvPr>
          <p:cNvSpPr>
            <a:spLocks noGrp="1"/>
          </p:cNvSpPr>
          <p:nvPr>
            <p:ph type="sldNum" sz="quarter" idx="11"/>
          </p:nvPr>
        </p:nvSpPr>
        <p:spPr/>
        <p:txBody>
          <a:bodyPr>
            <a:noAutofit/>
          </a:bodyPr>
          <a:lstStyle/>
          <a:p>
            <a:fld id="{CA23C067-291E-4808-B4F5-C33E1CD675F1}" type="slidenum">
              <a:rPr lang="en-US" smtClean="0"/>
              <a:t>‹#›</a:t>
            </a:fld>
            <a:endParaRPr lang="en-US"/>
          </a:p>
        </p:txBody>
      </p:sp>
    </p:spTree>
    <p:extLst>
      <p:ext uri="{BB962C8B-B14F-4D97-AF65-F5344CB8AC3E}">
        <p14:creationId xmlns:p14="http://schemas.microsoft.com/office/powerpoint/2010/main" val="767143071"/>
      </p:ext>
    </p:extLst>
  </p:cSld>
  <p:clrMapOvr>
    <a:masterClrMapping/>
  </p:clrMapOvr>
  <p:extLst>
    <p:ext uri="{DCECCB84-F9BA-43D5-87BE-67443E8EF086}">
      <p15:sldGuideLst xmlns:p15="http://schemas.microsoft.com/office/powerpoint/2012/main">
        <p15:guide id="1" pos="3840">
          <p15:clr>
            <a:srgbClr val="FBAE40"/>
          </p15:clr>
        </p15:guide>
        <p15:guide id="2" orient="horz" pos="1008">
          <p15:clr>
            <a:srgbClr val="FBAE40"/>
          </p15:clr>
        </p15:guide>
        <p15:guide id="3" orient="horz" pos="1560">
          <p15:clr>
            <a:srgbClr val="FBAE40"/>
          </p15:clr>
        </p15:guide>
        <p15:guide id="4" pos="312">
          <p15:clr>
            <a:srgbClr val="FBAE40"/>
          </p15:clr>
        </p15:guide>
        <p15:guide id="5" pos="816">
          <p15:clr>
            <a:srgbClr val="FBAE40"/>
          </p15:clr>
        </p15:guide>
        <p15:guide id="6" pos="633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ble">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D8C74DBB-978B-8EA5-44E6-3AF3F58B7003}"/>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45028" b="67254"/>
          <a:stretch>
            <a:fillRect/>
          </a:stretch>
        </p:blipFill>
        <p:spPr>
          <a:xfrm>
            <a:off x="0" y="4612248"/>
            <a:ext cx="3769950" cy="2245753"/>
          </a:xfrm>
          <a:custGeom>
            <a:avLst/>
            <a:gdLst>
              <a:gd name="connsiteX0" fmla="*/ 0 w 3769950"/>
              <a:gd name="connsiteY0" fmla="*/ 0 h 2245753"/>
              <a:gd name="connsiteX1" fmla="*/ 3769950 w 3769950"/>
              <a:gd name="connsiteY1" fmla="*/ 0 h 2245753"/>
              <a:gd name="connsiteX2" fmla="*/ 3769950 w 3769950"/>
              <a:gd name="connsiteY2" fmla="*/ 2245753 h 2245753"/>
              <a:gd name="connsiteX3" fmla="*/ 0 w 3769950"/>
              <a:gd name="connsiteY3" fmla="*/ 2245753 h 2245753"/>
            </a:gdLst>
            <a:ahLst/>
            <a:cxnLst>
              <a:cxn ang="0">
                <a:pos x="connsiteX0" y="connsiteY0"/>
              </a:cxn>
              <a:cxn ang="0">
                <a:pos x="connsiteX1" y="connsiteY1"/>
              </a:cxn>
              <a:cxn ang="0">
                <a:pos x="connsiteX2" y="connsiteY2"/>
              </a:cxn>
              <a:cxn ang="0">
                <a:pos x="connsiteX3" y="connsiteY3"/>
              </a:cxn>
            </a:cxnLst>
            <a:rect l="l" t="t" r="r" b="b"/>
            <a:pathLst>
              <a:path w="3769950" h="2245753">
                <a:moveTo>
                  <a:pt x="0" y="0"/>
                </a:moveTo>
                <a:lnTo>
                  <a:pt x="3769950" y="0"/>
                </a:lnTo>
                <a:lnTo>
                  <a:pt x="3769950" y="2245753"/>
                </a:lnTo>
                <a:lnTo>
                  <a:pt x="0" y="2245753"/>
                </a:lnTo>
                <a:close/>
              </a:path>
            </a:pathLst>
          </a:custGeom>
        </p:spPr>
      </p:pic>
      <p:pic>
        <p:nvPicPr>
          <p:cNvPr id="4" name="Graphic 3">
            <a:extLst>
              <a:ext uri="{FF2B5EF4-FFF2-40B4-BE49-F238E27FC236}">
                <a16:creationId xmlns:a16="http://schemas.microsoft.com/office/drawing/2014/main" id="{F7D965D3-2ED5-0347-F848-6C2A1D36AEB9}"/>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55513" b="14154"/>
          <a:stretch>
            <a:fillRect/>
          </a:stretch>
        </p:blipFill>
        <p:spPr>
          <a:xfrm>
            <a:off x="9141088" y="970666"/>
            <a:ext cx="3050912" cy="5887335"/>
          </a:xfrm>
          <a:custGeom>
            <a:avLst/>
            <a:gdLst>
              <a:gd name="connsiteX0" fmla="*/ 0 w 3050912"/>
              <a:gd name="connsiteY0" fmla="*/ 0 h 5887335"/>
              <a:gd name="connsiteX1" fmla="*/ 3050912 w 3050912"/>
              <a:gd name="connsiteY1" fmla="*/ 0 h 5887335"/>
              <a:gd name="connsiteX2" fmla="*/ 3050912 w 3050912"/>
              <a:gd name="connsiteY2" fmla="*/ 5887335 h 5887335"/>
              <a:gd name="connsiteX3" fmla="*/ 0 w 3050912"/>
              <a:gd name="connsiteY3" fmla="*/ 5887335 h 5887335"/>
            </a:gdLst>
            <a:ahLst/>
            <a:cxnLst>
              <a:cxn ang="0">
                <a:pos x="connsiteX0" y="connsiteY0"/>
              </a:cxn>
              <a:cxn ang="0">
                <a:pos x="connsiteX1" y="connsiteY1"/>
              </a:cxn>
              <a:cxn ang="0">
                <a:pos x="connsiteX2" y="connsiteY2"/>
              </a:cxn>
              <a:cxn ang="0">
                <a:pos x="connsiteX3" y="connsiteY3"/>
              </a:cxn>
            </a:cxnLst>
            <a:rect l="l" t="t" r="r" b="b"/>
            <a:pathLst>
              <a:path w="3050912" h="5887335">
                <a:moveTo>
                  <a:pt x="0" y="0"/>
                </a:moveTo>
                <a:lnTo>
                  <a:pt x="3050912" y="0"/>
                </a:lnTo>
                <a:lnTo>
                  <a:pt x="3050912" y="5887335"/>
                </a:lnTo>
                <a:lnTo>
                  <a:pt x="0" y="5887335"/>
                </a:lnTo>
                <a:close/>
              </a:path>
            </a:pathLst>
          </a:custGeom>
        </p:spPr>
      </p:pic>
      <p:sp>
        <p:nvSpPr>
          <p:cNvPr id="20" name="Title 1">
            <a:extLst>
              <a:ext uri="{FF2B5EF4-FFF2-40B4-BE49-F238E27FC236}">
                <a16:creationId xmlns:a16="http://schemas.microsoft.com/office/drawing/2014/main" id="{1CBEC63C-AA69-807D-2A93-BC45B1BDF641}"/>
              </a:ext>
            </a:extLst>
          </p:cNvPr>
          <p:cNvSpPr>
            <a:spLocks noGrp="1"/>
          </p:cNvSpPr>
          <p:nvPr>
            <p:ph type="title"/>
          </p:nvPr>
        </p:nvSpPr>
        <p:spPr>
          <a:xfrm>
            <a:off x="811184" y="621973"/>
            <a:ext cx="7309086" cy="1828800"/>
          </a:xfrm>
        </p:spPr>
        <p:txBody>
          <a:bodyPr lIns="0" tIns="0" rIns="0" bIns="0">
            <a:noAutofit/>
          </a:bodyPr>
          <a:lstStyle/>
          <a:p>
            <a:r>
              <a:rPr lang="en-US"/>
              <a:t>Click to edit Master title style</a:t>
            </a:r>
            <a:endParaRPr lang="en-US" dirty="0"/>
          </a:p>
        </p:txBody>
      </p:sp>
      <p:sp>
        <p:nvSpPr>
          <p:cNvPr id="5" name="Table Placeholder 4">
            <a:extLst>
              <a:ext uri="{FF2B5EF4-FFF2-40B4-BE49-F238E27FC236}">
                <a16:creationId xmlns:a16="http://schemas.microsoft.com/office/drawing/2014/main" id="{3E0C7AAD-1535-12DC-133E-2253BF501721}"/>
              </a:ext>
            </a:extLst>
          </p:cNvPr>
          <p:cNvSpPr>
            <a:spLocks noGrp="1"/>
          </p:cNvSpPr>
          <p:nvPr>
            <p:ph type="tbl" sz="quarter" idx="12" hasCustomPrompt="1"/>
          </p:nvPr>
        </p:nvSpPr>
        <p:spPr>
          <a:xfrm>
            <a:off x="811183" y="2757488"/>
            <a:ext cx="10548967" cy="3399964"/>
          </a:xfrm>
        </p:spPr>
        <p:txBody>
          <a:bodyPr/>
          <a:lstStyle/>
          <a:p>
            <a:r>
              <a:rPr lang="en-US" dirty="0"/>
              <a:t>Click icon to insert table</a:t>
            </a:r>
          </a:p>
        </p:txBody>
      </p:sp>
      <p:sp>
        <p:nvSpPr>
          <p:cNvPr id="7" name="Footer Placeholder 6">
            <a:extLst>
              <a:ext uri="{FF2B5EF4-FFF2-40B4-BE49-F238E27FC236}">
                <a16:creationId xmlns:a16="http://schemas.microsoft.com/office/drawing/2014/main" id="{C36FD22D-E552-7707-178A-C415B32A8553}"/>
              </a:ext>
            </a:extLst>
          </p:cNvPr>
          <p:cNvSpPr>
            <a:spLocks noGrp="1"/>
          </p:cNvSpPr>
          <p:nvPr>
            <p:ph type="ftr" sz="quarter" idx="10"/>
          </p:nvPr>
        </p:nvSpPr>
        <p:spPr/>
        <p:txBody>
          <a:bodyPr/>
          <a:lstStyle/>
          <a:p>
            <a:endParaRPr lang="en-US"/>
          </a:p>
        </p:txBody>
      </p:sp>
      <p:sp>
        <p:nvSpPr>
          <p:cNvPr id="8" name="Slide Number Placeholder 7">
            <a:extLst>
              <a:ext uri="{FF2B5EF4-FFF2-40B4-BE49-F238E27FC236}">
                <a16:creationId xmlns:a16="http://schemas.microsoft.com/office/drawing/2014/main" id="{DCF2C4E6-14A3-F03B-CAE2-C92DC19E79C7}"/>
              </a:ext>
            </a:extLst>
          </p:cNvPr>
          <p:cNvSpPr>
            <a:spLocks noGrp="1"/>
          </p:cNvSpPr>
          <p:nvPr>
            <p:ph type="sldNum" sz="quarter" idx="11"/>
          </p:nvPr>
        </p:nvSpPr>
        <p:spPr/>
        <p:txBody>
          <a:bodyPr/>
          <a:lstStyle/>
          <a:p>
            <a:fld id="{CA23C067-291E-4808-B4F5-C33E1CD675F1}" type="slidenum">
              <a:rPr lang="en-US" smtClean="0"/>
              <a:t>‹#›</a:t>
            </a:fld>
            <a:endParaRPr lang="en-US"/>
          </a:p>
        </p:txBody>
      </p:sp>
    </p:spTree>
    <p:extLst>
      <p:ext uri="{BB962C8B-B14F-4D97-AF65-F5344CB8AC3E}">
        <p14:creationId xmlns:p14="http://schemas.microsoft.com/office/powerpoint/2010/main" val="877914337"/>
      </p:ext>
    </p:extLst>
  </p:cSld>
  <p:clrMapOvr>
    <a:masterClrMapping/>
  </p:clrMapOvr>
  <p:extLst>
    <p:ext uri="{DCECCB84-F9BA-43D5-87BE-67443E8EF086}">
      <p15:sldGuideLst xmlns:p15="http://schemas.microsoft.com/office/powerpoint/2012/main">
        <p15:guide id="1" pos="3840">
          <p15:clr>
            <a:srgbClr val="FBAE40"/>
          </p15:clr>
        </p15:guide>
        <p15:guide id="2" orient="horz" pos="1008">
          <p15:clr>
            <a:srgbClr val="FBAE40"/>
          </p15:clr>
        </p15:guide>
        <p15:guide id="3" orient="horz" pos="1560">
          <p15:clr>
            <a:srgbClr val="FBAE40"/>
          </p15:clr>
        </p15:guide>
        <p15:guide id="4" pos="312">
          <p15:clr>
            <a:srgbClr val="FBAE40"/>
          </p15:clr>
        </p15:guide>
        <p15:guide id="5" pos="816">
          <p15:clr>
            <a:srgbClr val="FBAE40"/>
          </p15:clr>
        </p15:guide>
        <p15:guide id="6" pos="633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48AC6985-AA41-BCAE-CEDF-E736D973B5FF}"/>
              </a:ext>
            </a:extLst>
          </p:cNvPr>
          <p:cNvSpPr>
            <a:spLocks noGrp="1"/>
          </p:cNvSpPr>
          <p:nvPr>
            <p:ph type="ctrTitle"/>
          </p:nvPr>
        </p:nvSpPr>
        <p:spPr>
          <a:xfrm>
            <a:off x="811184" y="612647"/>
            <a:ext cx="10002589" cy="3657600"/>
          </a:xfrm>
        </p:spPr>
        <p:txBody>
          <a:bodyPr lIns="0" tIns="0" rIns="0" bIns="0" anchor="b">
            <a:noAutofit/>
          </a:bodyPr>
          <a:lstStyle>
            <a:lvl1pPr marL="0" algn="l">
              <a:lnSpc>
                <a:spcPct val="90000"/>
              </a:lnSpc>
              <a:spcBef>
                <a:spcPts val="0"/>
              </a:spcBef>
              <a:spcAft>
                <a:spcPts val="0"/>
              </a:spcAft>
              <a:defRPr sz="7000"/>
            </a:lvl1pPr>
          </a:lstStyle>
          <a:p>
            <a:r>
              <a:rPr lang="en-US"/>
              <a:t>Click to edit Master title style</a:t>
            </a:r>
            <a:endParaRPr lang="en-US" dirty="0"/>
          </a:p>
        </p:txBody>
      </p:sp>
      <p:sp>
        <p:nvSpPr>
          <p:cNvPr id="19" name="Subtitle 2">
            <a:extLst>
              <a:ext uri="{FF2B5EF4-FFF2-40B4-BE49-F238E27FC236}">
                <a16:creationId xmlns:a16="http://schemas.microsoft.com/office/drawing/2014/main" id="{A7B85660-94E4-85D1-95CA-415513A0355F}"/>
              </a:ext>
            </a:extLst>
          </p:cNvPr>
          <p:cNvSpPr>
            <a:spLocks noGrp="1"/>
          </p:cNvSpPr>
          <p:nvPr>
            <p:ph type="subTitle" idx="1" hasCustomPrompt="1"/>
          </p:nvPr>
        </p:nvSpPr>
        <p:spPr>
          <a:xfrm>
            <a:off x="811185" y="4724033"/>
            <a:ext cx="7000972" cy="1709423"/>
          </a:xfrm>
        </p:spPr>
        <p:txBody>
          <a:bodyPr lIns="0" tIns="0" rIns="0" bIns="0">
            <a:noAutofit/>
          </a:bodyPr>
          <a:lstStyle>
            <a:lvl1pPr marL="0" indent="0" algn="l">
              <a:buNone/>
              <a:defRPr sz="2400" b="1" i="0">
                <a:solidFill>
                  <a:schemeClr val="accent4"/>
                </a:solidFill>
                <a:latin typeface="+mj-lt"/>
                <a:cs typeface="Arial Black"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grpSp>
        <p:nvGrpSpPr>
          <p:cNvPr id="2" name="Group 1">
            <a:extLst>
              <a:ext uri="{FF2B5EF4-FFF2-40B4-BE49-F238E27FC236}">
                <a16:creationId xmlns:a16="http://schemas.microsoft.com/office/drawing/2014/main" id="{1DCAF5C0-1B51-02B5-924D-230575353A0B}"/>
              </a:ext>
              <a:ext uri="{C183D7F6-B498-43B3-948B-1728B52AA6E4}">
                <adec:decorative xmlns:adec="http://schemas.microsoft.com/office/drawing/2017/decorative" val="1"/>
              </a:ext>
            </a:extLst>
          </p:cNvPr>
          <p:cNvGrpSpPr/>
          <p:nvPr/>
        </p:nvGrpSpPr>
        <p:grpSpPr>
          <a:xfrm rot="10800000">
            <a:off x="9829617" y="4724034"/>
            <a:ext cx="2133966" cy="2133966"/>
            <a:chOff x="9654699" y="2229295"/>
            <a:chExt cx="2133966" cy="2133966"/>
          </a:xfrm>
        </p:grpSpPr>
        <p:sp>
          <p:nvSpPr>
            <p:cNvPr id="3" name="Freeform 11">
              <a:extLst>
                <a:ext uri="{FF2B5EF4-FFF2-40B4-BE49-F238E27FC236}">
                  <a16:creationId xmlns:a16="http://schemas.microsoft.com/office/drawing/2014/main" id="{41AAE8D5-8E6A-7CBE-9018-DD8F3493D049}"/>
                </a:ext>
              </a:extLst>
            </p:cNvPr>
            <p:cNvSpPr/>
            <p:nvPr/>
          </p:nvSpPr>
          <p:spPr>
            <a:xfrm>
              <a:off x="9655348" y="3309113"/>
              <a:ext cx="2132669" cy="1054148"/>
            </a:xfrm>
            <a:custGeom>
              <a:avLst/>
              <a:gdLst>
                <a:gd name="connsiteX0" fmla="*/ 1345382 w 2690764"/>
                <a:gd name="connsiteY0" fmla="*/ 0 h 1330006"/>
                <a:gd name="connsiteX1" fmla="*/ 2684632 w 2690764"/>
                <a:gd name="connsiteY1" fmla="*/ 1208559 h 1330006"/>
                <a:gd name="connsiteX2" fmla="*/ 2690764 w 2690764"/>
                <a:gd name="connsiteY2" fmla="*/ 1330006 h 1330006"/>
                <a:gd name="connsiteX3" fmla="*/ 0 w 2690764"/>
                <a:gd name="connsiteY3" fmla="*/ 1330006 h 1330006"/>
                <a:gd name="connsiteX4" fmla="*/ 6132 w 2690764"/>
                <a:gd name="connsiteY4" fmla="*/ 1208559 h 1330006"/>
                <a:gd name="connsiteX5" fmla="*/ 1345382 w 2690764"/>
                <a:gd name="connsiteY5" fmla="*/ 0 h 133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90764" h="1330006">
                  <a:moveTo>
                    <a:pt x="1345382" y="0"/>
                  </a:moveTo>
                  <a:cubicBezTo>
                    <a:pt x="2042400" y="0"/>
                    <a:pt x="2615693" y="529729"/>
                    <a:pt x="2684632" y="1208559"/>
                  </a:cubicBezTo>
                  <a:lnTo>
                    <a:pt x="2690764" y="1330006"/>
                  </a:lnTo>
                  <a:lnTo>
                    <a:pt x="0" y="1330006"/>
                  </a:lnTo>
                  <a:lnTo>
                    <a:pt x="6132" y="1208559"/>
                  </a:lnTo>
                  <a:cubicBezTo>
                    <a:pt x="75071" y="529729"/>
                    <a:pt x="648364" y="0"/>
                    <a:pt x="134538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12">
              <a:extLst>
                <a:ext uri="{FF2B5EF4-FFF2-40B4-BE49-F238E27FC236}">
                  <a16:creationId xmlns:a16="http://schemas.microsoft.com/office/drawing/2014/main" id="{C694532E-B147-38A2-55EE-24483385016A}"/>
                </a:ext>
              </a:extLst>
            </p:cNvPr>
            <p:cNvSpPr/>
            <p:nvPr/>
          </p:nvSpPr>
          <p:spPr>
            <a:xfrm>
              <a:off x="9654699" y="2229295"/>
              <a:ext cx="2133966" cy="1079818"/>
            </a:xfrm>
            <a:custGeom>
              <a:avLst/>
              <a:gdLst>
                <a:gd name="connsiteX0" fmla="*/ 818 w 2692400"/>
                <a:gd name="connsiteY0" fmla="*/ 0 h 1362394"/>
                <a:gd name="connsiteX1" fmla="*/ 2691582 w 2692400"/>
                <a:gd name="connsiteY1" fmla="*/ 0 h 1362394"/>
                <a:gd name="connsiteX2" fmla="*/ 2692400 w 2692400"/>
                <a:gd name="connsiteY2" fmla="*/ 16194 h 1362394"/>
                <a:gd name="connsiteX3" fmla="*/ 1346200 w 2692400"/>
                <a:gd name="connsiteY3" fmla="*/ 1362394 h 1362394"/>
                <a:gd name="connsiteX4" fmla="*/ 0 w 2692400"/>
                <a:gd name="connsiteY4" fmla="*/ 16194 h 1362394"/>
                <a:gd name="connsiteX5" fmla="*/ 818 w 2692400"/>
                <a:gd name="connsiteY5" fmla="*/ 0 h 1362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92400" h="1362394">
                  <a:moveTo>
                    <a:pt x="818" y="0"/>
                  </a:moveTo>
                  <a:lnTo>
                    <a:pt x="2691582" y="0"/>
                  </a:lnTo>
                  <a:lnTo>
                    <a:pt x="2692400" y="16194"/>
                  </a:lnTo>
                  <a:cubicBezTo>
                    <a:pt x="2692400" y="759680"/>
                    <a:pt x="2089686" y="1362394"/>
                    <a:pt x="1346200" y="1362394"/>
                  </a:cubicBezTo>
                  <a:cubicBezTo>
                    <a:pt x="602714" y="1362394"/>
                    <a:pt x="0" y="759680"/>
                    <a:pt x="0" y="16194"/>
                  </a:cubicBezTo>
                  <a:lnTo>
                    <a:pt x="818"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pic>
        <p:nvPicPr>
          <p:cNvPr id="5" name="Graphic 4">
            <a:extLst>
              <a:ext uri="{FF2B5EF4-FFF2-40B4-BE49-F238E27FC236}">
                <a16:creationId xmlns:a16="http://schemas.microsoft.com/office/drawing/2014/main" id="{114B3BE5-2D39-542C-00BB-A940C568E438}"/>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57983" r="47282"/>
          <a:stretch/>
        </p:blipFill>
        <p:spPr>
          <a:xfrm>
            <a:off x="8576607" y="0"/>
            <a:ext cx="3615393" cy="2881530"/>
          </a:xfrm>
          <a:custGeom>
            <a:avLst/>
            <a:gdLst>
              <a:gd name="connsiteX0" fmla="*/ 0 w 4474331"/>
              <a:gd name="connsiteY0" fmla="*/ 0 h 3231221"/>
              <a:gd name="connsiteX1" fmla="*/ 4474331 w 4474331"/>
              <a:gd name="connsiteY1" fmla="*/ 0 h 3231221"/>
              <a:gd name="connsiteX2" fmla="*/ 4474331 w 4474331"/>
              <a:gd name="connsiteY2" fmla="*/ 3231221 h 3231221"/>
              <a:gd name="connsiteX3" fmla="*/ 0 w 4474331"/>
              <a:gd name="connsiteY3" fmla="*/ 3231221 h 3231221"/>
            </a:gdLst>
            <a:ahLst/>
            <a:cxnLst>
              <a:cxn ang="0">
                <a:pos x="connsiteX0" y="connsiteY0"/>
              </a:cxn>
              <a:cxn ang="0">
                <a:pos x="connsiteX1" y="connsiteY1"/>
              </a:cxn>
              <a:cxn ang="0">
                <a:pos x="connsiteX2" y="connsiteY2"/>
              </a:cxn>
              <a:cxn ang="0">
                <a:pos x="connsiteX3" y="connsiteY3"/>
              </a:cxn>
            </a:cxnLst>
            <a:rect l="l" t="t" r="r" b="b"/>
            <a:pathLst>
              <a:path w="4474331" h="3231221">
                <a:moveTo>
                  <a:pt x="0" y="0"/>
                </a:moveTo>
                <a:lnTo>
                  <a:pt x="4474331" y="0"/>
                </a:lnTo>
                <a:lnTo>
                  <a:pt x="4474331" y="3231221"/>
                </a:lnTo>
                <a:lnTo>
                  <a:pt x="0" y="3231221"/>
                </a:lnTo>
                <a:close/>
              </a:path>
            </a:pathLst>
          </a:custGeom>
        </p:spPr>
      </p:pic>
    </p:spTree>
    <p:extLst>
      <p:ext uri="{BB962C8B-B14F-4D97-AF65-F5344CB8AC3E}">
        <p14:creationId xmlns:p14="http://schemas.microsoft.com/office/powerpoint/2010/main" val="12897542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A3254"/>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4660D4-B0ED-42D9-BC6D-AF4F1F9CB6C0}"/>
              </a:ext>
            </a:extLst>
          </p:cNvPr>
          <p:cNvSpPr>
            <a:spLocks noGrp="1"/>
          </p:cNvSpPr>
          <p:nvPr>
            <p:ph type="title"/>
          </p:nvPr>
        </p:nvSpPr>
        <p:spPr>
          <a:xfrm>
            <a:off x="811185" y="621973"/>
            <a:ext cx="10569630" cy="1068715"/>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4C607AE-E8B7-4C3B-A6DA-04289E2F0A45}"/>
              </a:ext>
            </a:extLst>
          </p:cNvPr>
          <p:cNvSpPr>
            <a:spLocks noGrp="1"/>
          </p:cNvSpPr>
          <p:nvPr>
            <p:ph type="body" idx="1"/>
          </p:nvPr>
        </p:nvSpPr>
        <p:spPr>
          <a:xfrm>
            <a:off x="811185" y="1825625"/>
            <a:ext cx="1056963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F2D0B54-5D87-4D1B-9C6E-5A7B87C833A0}"/>
              </a:ext>
            </a:extLst>
          </p:cNvPr>
          <p:cNvSpPr>
            <a:spLocks noGrp="1"/>
          </p:cNvSpPr>
          <p:nvPr>
            <p:ph type="ftr" sz="quarter" idx="3"/>
          </p:nvPr>
        </p:nvSpPr>
        <p:spPr>
          <a:xfrm>
            <a:off x="811185" y="6356350"/>
            <a:ext cx="4411509" cy="365125"/>
          </a:xfrm>
          <a:prstGeom prst="rect">
            <a:avLst/>
          </a:prstGeom>
        </p:spPr>
        <p:txBody>
          <a:bodyPr vert="horz" lIns="0" tIns="0" rIns="0" bIns="0" rtlCol="0" anchor="ctr">
            <a:noAutofit/>
          </a:bodyPr>
          <a:lstStyle>
            <a:lvl1pPr algn="l">
              <a:defRPr sz="1200" b="0" i="0" spc="50" baseline="0">
                <a:solidFill>
                  <a:schemeClr val="bg1"/>
                </a:solidFill>
                <a:latin typeface="+mn-lt"/>
                <a:cs typeface="Arial" panose="020B0604020202020204" pitchFamily="34" charset="0"/>
              </a:defRPr>
            </a:lvl1pPr>
          </a:lstStyle>
          <a:p>
            <a:endParaRPr lang="en-US"/>
          </a:p>
        </p:txBody>
      </p:sp>
      <p:sp>
        <p:nvSpPr>
          <p:cNvPr id="6" name="Slide Number Placeholder 5">
            <a:extLst>
              <a:ext uri="{FF2B5EF4-FFF2-40B4-BE49-F238E27FC236}">
                <a16:creationId xmlns:a16="http://schemas.microsoft.com/office/drawing/2014/main" id="{C5CADFFD-0FF7-4DDC-8879-918576F63EA6}"/>
              </a:ext>
            </a:extLst>
          </p:cNvPr>
          <p:cNvSpPr>
            <a:spLocks noGrp="1"/>
          </p:cNvSpPr>
          <p:nvPr>
            <p:ph type="sldNum" sz="quarter" idx="4"/>
          </p:nvPr>
        </p:nvSpPr>
        <p:spPr>
          <a:xfrm>
            <a:off x="8637615" y="6356350"/>
            <a:ext cx="2743200" cy="365125"/>
          </a:xfrm>
          <a:prstGeom prst="rect">
            <a:avLst/>
          </a:prstGeom>
        </p:spPr>
        <p:txBody>
          <a:bodyPr vert="horz" lIns="0" tIns="0" rIns="0" bIns="0" rtlCol="0" anchor="ctr">
            <a:noAutofit/>
          </a:bodyPr>
          <a:lstStyle>
            <a:lvl1pPr algn="r">
              <a:defRPr sz="1200" b="1" i="0" spc="50" baseline="0">
                <a:solidFill>
                  <a:schemeClr val="bg1"/>
                </a:solidFill>
                <a:latin typeface="+mn-lt"/>
                <a:cs typeface="Arial Black" panose="020B0604020202020204" pitchFamily="34" charset="0"/>
              </a:defRPr>
            </a:lvl1pPr>
          </a:lstStyle>
          <a:p>
            <a:fld id="{CA23C067-291E-4808-B4F5-C33E1CD675F1}" type="slidenum">
              <a:rPr lang="en-US" smtClean="0"/>
              <a:t>‹#›</a:t>
            </a:fld>
            <a:endParaRPr lang="en-US"/>
          </a:p>
        </p:txBody>
      </p:sp>
    </p:spTree>
    <p:extLst>
      <p:ext uri="{BB962C8B-B14F-4D97-AF65-F5344CB8AC3E}">
        <p14:creationId xmlns:p14="http://schemas.microsoft.com/office/powerpoint/2010/main" val="413779171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000" b="1" i="0" kern="1200" spc="100" baseline="0">
          <a:solidFill>
            <a:schemeClr val="bg1"/>
          </a:solidFill>
          <a:latin typeface="+mj-lt"/>
          <a:ea typeface="+mj-ea"/>
          <a:cs typeface="Arial Black"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8" Type="http://schemas.openxmlformats.org/officeDocument/2006/relationships/image" Target="../media/image16.jfif"/><Relationship Id="rId3" Type="http://schemas.openxmlformats.org/officeDocument/2006/relationships/image" Target="../media/image11.jpeg"/><Relationship Id="rId7" Type="http://schemas.openxmlformats.org/officeDocument/2006/relationships/image" Target="../media/image15.jpeg"/><Relationship Id="rId12" Type="http://schemas.openxmlformats.org/officeDocument/2006/relationships/image" Target="../media/image20.jpeg"/><Relationship Id="rId2" Type="http://schemas.openxmlformats.org/officeDocument/2006/relationships/notesSlide" Target="../notesSlides/notesSlide4.xml"/><Relationship Id="rId1" Type="http://schemas.openxmlformats.org/officeDocument/2006/relationships/slideLayout" Target="../slideLayouts/slideLayout10.xml"/><Relationship Id="rId6" Type="http://schemas.openxmlformats.org/officeDocument/2006/relationships/image" Target="../media/image14.jpeg"/><Relationship Id="rId11" Type="http://schemas.openxmlformats.org/officeDocument/2006/relationships/image" Target="../media/image19.png"/><Relationship Id="rId5" Type="http://schemas.openxmlformats.org/officeDocument/2006/relationships/image" Target="../media/image13.jpeg"/><Relationship Id="rId10" Type="http://schemas.openxmlformats.org/officeDocument/2006/relationships/image" Target="../media/image18.png"/><Relationship Id="rId4" Type="http://schemas.openxmlformats.org/officeDocument/2006/relationships/image" Target="../media/image12.jpeg"/><Relationship Id="rId9" Type="http://schemas.openxmlformats.org/officeDocument/2006/relationships/image" Target="../media/image17.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8" Type="http://schemas.openxmlformats.org/officeDocument/2006/relationships/image" Target="../media/image29.jpeg"/><Relationship Id="rId3" Type="http://schemas.openxmlformats.org/officeDocument/2006/relationships/image" Target="../media/image24.jpeg"/><Relationship Id="rId7" Type="http://schemas.openxmlformats.org/officeDocument/2006/relationships/image" Target="../media/image28.jpe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27.jpeg"/><Relationship Id="rId5" Type="http://schemas.openxmlformats.org/officeDocument/2006/relationships/image" Target="../media/image26.png"/><Relationship Id="rId4" Type="http://schemas.openxmlformats.org/officeDocument/2006/relationships/image" Target="../media/image25.jpeg"/></Relationships>
</file>

<file path=ppt/slides/_rels/slide10.xml.rels><?xml version="1.0" encoding="UTF-8" standalone="yes"?>
<Relationships xmlns="http://schemas.openxmlformats.org/package/2006/relationships"><Relationship Id="rId8" Type="http://schemas.openxmlformats.org/officeDocument/2006/relationships/image" Target="../media/image31.jpeg"/><Relationship Id="rId3" Type="http://schemas.openxmlformats.org/officeDocument/2006/relationships/image" Target="../media/image16.jfif"/><Relationship Id="rId7" Type="http://schemas.openxmlformats.org/officeDocument/2006/relationships/image" Target="../media/image20.jpeg"/><Relationship Id="rId12" Type="http://schemas.openxmlformats.org/officeDocument/2006/relationships/image" Target="../media/image35.jpeg"/><Relationship Id="rId2" Type="http://schemas.openxmlformats.org/officeDocument/2006/relationships/notesSlide" Target="../notesSlides/notesSlide10.xml"/><Relationship Id="rId1" Type="http://schemas.openxmlformats.org/officeDocument/2006/relationships/slideLayout" Target="../slideLayouts/slideLayout10.xml"/><Relationship Id="rId6" Type="http://schemas.openxmlformats.org/officeDocument/2006/relationships/image" Target="../media/image19.png"/><Relationship Id="rId11" Type="http://schemas.openxmlformats.org/officeDocument/2006/relationships/image" Target="../media/image34.jpeg"/><Relationship Id="rId5" Type="http://schemas.openxmlformats.org/officeDocument/2006/relationships/image" Target="../media/image18.png"/><Relationship Id="rId10" Type="http://schemas.openxmlformats.org/officeDocument/2006/relationships/image" Target="../media/image33.jpeg"/><Relationship Id="rId4" Type="http://schemas.openxmlformats.org/officeDocument/2006/relationships/image" Target="../media/image30.jpeg"/><Relationship Id="rId9" Type="http://schemas.openxmlformats.org/officeDocument/2006/relationships/image" Target="../media/image32.jpe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19.xml"/><Relationship Id="rId1" Type="http://schemas.openxmlformats.org/officeDocument/2006/relationships/slideLayout" Target="../slideLayouts/slideLayout9.xml"/><Relationship Id="rId4" Type="http://schemas.openxmlformats.org/officeDocument/2006/relationships/image" Target="../media/image39.jpeg"/></Relationships>
</file>

<file path=ppt/slides/_rels/slide20.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315D2-7F57-AF2A-38D7-558098789073}"/>
              </a:ext>
            </a:extLst>
          </p:cNvPr>
          <p:cNvSpPr>
            <a:spLocks noGrp="1"/>
          </p:cNvSpPr>
          <p:nvPr>
            <p:ph type="title"/>
          </p:nvPr>
        </p:nvSpPr>
        <p:spPr>
          <a:xfrm>
            <a:off x="469542" y="2355991"/>
            <a:ext cx="9106538" cy="2146017"/>
          </a:xfrm>
        </p:spPr>
        <p:txBody>
          <a:bodyPr/>
          <a:lstStyle/>
          <a:p>
            <a:r>
              <a:rPr lang="en-US" sz="7600" dirty="0"/>
              <a:t>UNDERSTANDING ACADEMIC TERMS</a:t>
            </a:r>
          </a:p>
        </p:txBody>
      </p:sp>
      <p:sp>
        <p:nvSpPr>
          <p:cNvPr id="5" name="Title 1">
            <a:extLst>
              <a:ext uri="{FF2B5EF4-FFF2-40B4-BE49-F238E27FC236}">
                <a16:creationId xmlns:a16="http://schemas.microsoft.com/office/drawing/2014/main" id="{3EF4F50D-EF92-52BD-E839-28B30DD0BD09}"/>
              </a:ext>
            </a:extLst>
          </p:cNvPr>
          <p:cNvSpPr txBox="1">
            <a:spLocks/>
          </p:cNvSpPr>
          <p:nvPr/>
        </p:nvSpPr>
        <p:spPr>
          <a:xfrm>
            <a:off x="469542" y="5743927"/>
            <a:ext cx="8961120" cy="923154"/>
          </a:xfrm>
          <a:prstGeom prst="rect">
            <a:avLst/>
          </a:prstGeom>
        </p:spPr>
        <p:txBody>
          <a:bodyPr vert="horz" lIns="0" tIns="0" rIns="0" bIns="0" rtlCol="0" anchor="ctr">
            <a:noAutofit/>
          </a:bodyPr>
          <a:lstStyle>
            <a:lvl1pPr marL="0" algn="l" defTabSz="914400" rtl="0" eaLnBrk="1" latinLnBrk="0" hangingPunct="1">
              <a:lnSpc>
                <a:spcPct val="80000"/>
              </a:lnSpc>
              <a:spcBef>
                <a:spcPts val="0"/>
              </a:spcBef>
              <a:spcAft>
                <a:spcPts val="0"/>
              </a:spcAft>
              <a:buNone/>
              <a:defRPr sz="7000" b="1" i="0" kern="1200" spc="100" baseline="0">
                <a:solidFill>
                  <a:schemeClr val="bg1"/>
                </a:solidFill>
                <a:latin typeface="+mj-lt"/>
                <a:ea typeface="+mj-ea"/>
                <a:cs typeface="Arial Black" panose="020B0604020202020204" pitchFamily="34" charset="0"/>
              </a:defRPr>
            </a:lvl1pPr>
          </a:lstStyle>
          <a:p>
            <a:r>
              <a:rPr lang="en-US" sz="4400" dirty="0"/>
              <a:t>Chapter 6</a:t>
            </a:r>
          </a:p>
        </p:txBody>
      </p:sp>
    </p:spTree>
    <p:extLst>
      <p:ext uri="{BB962C8B-B14F-4D97-AF65-F5344CB8AC3E}">
        <p14:creationId xmlns:p14="http://schemas.microsoft.com/office/powerpoint/2010/main" val="13622934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2ABBA-2E6D-E7DD-AC67-58D1FCB3F346}"/>
              </a:ext>
            </a:extLst>
          </p:cNvPr>
          <p:cNvSpPr>
            <a:spLocks noGrp="1"/>
          </p:cNvSpPr>
          <p:nvPr>
            <p:ph type="title"/>
          </p:nvPr>
        </p:nvSpPr>
        <p:spPr>
          <a:xfrm>
            <a:off x="493945" y="370046"/>
            <a:ext cx="6400800" cy="1828800"/>
          </a:xfrm>
        </p:spPr>
        <p:txBody>
          <a:bodyPr/>
          <a:lstStyle/>
          <a:p>
            <a:r>
              <a:rPr lang="en-US" sz="6600" dirty="0">
                <a:latin typeface="Segoe UI"/>
              </a:rPr>
              <a:t>CHAPTER OBJECTIVES</a:t>
            </a:r>
          </a:p>
        </p:txBody>
      </p:sp>
      <p:sp>
        <p:nvSpPr>
          <p:cNvPr id="5" name="Text Placeholder 4">
            <a:extLst>
              <a:ext uri="{FF2B5EF4-FFF2-40B4-BE49-F238E27FC236}">
                <a16:creationId xmlns:a16="http://schemas.microsoft.com/office/drawing/2014/main" id="{59401105-5841-28D0-D6C0-3E1A46648BFE}"/>
              </a:ext>
            </a:extLst>
          </p:cNvPr>
          <p:cNvSpPr>
            <a:spLocks noGrp="1"/>
          </p:cNvSpPr>
          <p:nvPr>
            <p:ph sz="quarter" idx="14"/>
          </p:nvPr>
        </p:nvSpPr>
        <p:spPr>
          <a:xfrm>
            <a:off x="508718" y="2743200"/>
            <a:ext cx="8482105" cy="2435583"/>
          </a:xfrm>
        </p:spPr>
        <p:txBody>
          <a:bodyPr vert="horz" lIns="0" tIns="45720" rIns="91440" bIns="45720" rtlCol="0" anchor="t">
            <a:noAutofit/>
          </a:bodyPr>
          <a:lstStyle/>
          <a:p>
            <a:r>
              <a:rPr lang="en-US" dirty="0">
                <a:cs typeface="Arial"/>
              </a:rPr>
              <a:t>Outline the Organizational Structure of Louisiana Tech</a:t>
            </a:r>
          </a:p>
          <a:p>
            <a:endParaRPr lang="en-US" dirty="0">
              <a:cs typeface="Arial"/>
            </a:endParaRPr>
          </a:p>
          <a:p>
            <a:endParaRPr lang="en-US" dirty="0">
              <a:cs typeface="Arial"/>
            </a:endParaRPr>
          </a:p>
          <a:p>
            <a:r>
              <a:rPr lang="en-US" dirty="0">
                <a:cs typeface="Arial"/>
              </a:rPr>
              <a:t>Define Academic Terms, Policies, and Procedures</a:t>
            </a:r>
          </a:p>
          <a:p>
            <a:endParaRPr lang="en-US" dirty="0">
              <a:cs typeface="Arial"/>
            </a:endParaRPr>
          </a:p>
          <a:p>
            <a:endParaRPr lang="en-US" dirty="0">
              <a:cs typeface="Arial"/>
            </a:endParaRPr>
          </a:p>
          <a:p>
            <a:r>
              <a:rPr lang="en-US" dirty="0">
                <a:cs typeface="Arial"/>
              </a:rPr>
              <a:t>Calculate Grade Point Average (GPA)</a:t>
            </a:r>
          </a:p>
          <a:p>
            <a:endParaRPr lang="en-US" dirty="0">
              <a:cs typeface="Arial"/>
            </a:endParaRPr>
          </a:p>
        </p:txBody>
      </p:sp>
    </p:spTree>
    <p:extLst>
      <p:ext uri="{BB962C8B-B14F-4D97-AF65-F5344CB8AC3E}">
        <p14:creationId xmlns:p14="http://schemas.microsoft.com/office/powerpoint/2010/main" val="42948661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234EF875-42C8-4747-BD79-3C7713CA3109}"/>
              </a:ext>
            </a:extLst>
          </p:cNvPr>
          <p:cNvSpPr>
            <a:spLocks noGrp="1"/>
          </p:cNvSpPr>
          <p:nvPr>
            <p:ph type="title"/>
          </p:nvPr>
        </p:nvSpPr>
        <p:spPr>
          <a:xfrm>
            <a:off x="3844214" y="1277283"/>
            <a:ext cx="7903028" cy="4303434"/>
          </a:xfrm>
        </p:spPr>
        <p:txBody>
          <a:bodyPr anchor="t"/>
          <a:lstStyle/>
          <a:p>
            <a:pPr algn="ctr"/>
            <a:r>
              <a:rPr lang="en-US" sz="9600" dirty="0"/>
              <a:t>“What college are you in?”</a:t>
            </a:r>
          </a:p>
        </p:txBody>
      </p:sp>
    </p:spTree>
    <p:extLst>
      <p:ext uri="{BB962C8B-B14F-4D97-AF65-F5344CB8AC3E}">
        <p14:creationId xmlns:p14="http://schemas.microsoft.com/office/powerpoint/2010/main" val="36612856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Oval 24">
            <a:extLst>
              <a:ext uri="{FF2B5EF4-FFF2-40B4-BE49-F238E27FC236}">
                <a16:creationId xmlns:a16="http://schemas.microsoft.com/office/drawing/2014/main" id="{A1FFC592-3AA2-4D1B-BED8-BBDD80EF1543}"/>
              </a:ext>
            </a:extLst>
          </p:cNvPr>
          <p:cNvSpPr/>
          <p:nvPr/>
        </p:nvSpPr>
        <p:spPr>
          <a:xfrm>
            <a:off x="8835376" y="1396540"/>
            <a:ext cx="2743200" cy="2743200"/>
          </a:xfrm>
          <a:prstGeom prst="ellipse">
            <a:avLst/>
          </a:prstGeom>
          <a:blipFill dpi="0" rotWithShape="1">
            <a:blip r:embed="rId3" cstate="screen">
              <a:extLst>
                <a:ext uri="{28A0092B-C50C-407E-A947-70E740481C1C}">
                  <a14:useLocalDpi xmlns:a14="http://schemas.microsoft.com/office/drawing/2010/main"/>
                </a:ext>
              </a:extLst>
            </a:blip>
            <a:srcRect/>
            <a:stretch>
              <a:fillRect/>
            </a:stretch>
          </a:blip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4" name="Oval 23">
            <a:extLst>
              <a:ext uri="{FF2B5EF4-FFF2-40B4-BE49-F238E27FC236}">
                <a16:creationId xmlns:a16="http://schemas.microsoft.com/office/drawing/2014/main" id="{C0489267-3C37-4B6D-9439-029141FDEED3}"/>
              </a:ext>
            </a:extLst>
          </p:cNvPr>
          <p:cNvSpPr/>
          <p:nvPr/>
        </p:nvSpPr>
        <p:spPr>
          <a:xfrm>
            <a:off x="6775695" y="3859575"/>
            <a:ext cx="2743200" cy="2743200"/>
          </a:xfrm>
          <a:prstGeom prst="ellipse">
            <a:avLst/>
          </a:prstGeom>
          <a:blipFill dpi="0" rotWithShape="1">
            <a:blip r:embed="rId4" cstate="screen">
              <a:extLst>
                <a:ext uri="{28A0092B-C50C-407E-A947-70E740481C1C}">
                  <a14:useLocalDpi xmlns:a14="http://schemas.microsoft.com/office/drawing/2010/main"/>
                </a:ext>
              </a:extLst>
            </a:blip>
            <a:srcRect/>
            <a:stretch>
              <a:fillRect/>
            </a:stretch>
          </a:blip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2" name="Oval 21">
            <a:extLst>
              <a:ext uri="{FF2B5EF4-FFF2-40B4-BE49-F238E27FC236}">
                <a16:creationId xmlns:a16="http://schemas.microsoft.com/office/drawing/2014/main" id="{7BDB351D-0420-4942-AFB4-6C4CC195A25D}"/>
              </a:ext>
            </a:extLst>
          </p:cNvPr>
          <p:cNvSpPr/>
          <p:nvPr/>
        </p:nvSpPr>
        <p:spPr>
          <a:xfrm>
            <a:off x="4723202" y="1461668"/>
            <a:ext cx="2743200" cy="2743200"/>
          </a:xfrm>
          <a:prstGeom prst="ellipse">
            <a:avLst/>
          </a:prstGeom>
          <a:blipFill dpi="0" rotWithShape="1">
            <a:blip r:embed="rId5" cstate="screen">
              <a:extLst>
                <a:ext uri="{28A0092B-C50C-407E-A947-70E740481C1C}">
                  <a14:useLocalDpi xmlns:a14="http://schemas.microsoft.com/office/drawing/2010/main"/>
                </a:ext>
              </a:extLst>
            </a:blip>
            <a:srcRect/>
            <a:stretch>
              <a:fillRect b="762"/>
            </a:stretch>
          </a:blip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3" name="Oval 22">
            <a:extLst>
              <a:ext uri="{FF2B5EF4-FFF2-40B4-BE49-F238E27FC236}">
                <a16:creationId xmlns:a16="http://schemas.microsoft.com/office/drawing/2014/main" id="{83B68142-93B5-4CE5-BC75-B59C24073CE1}"/>
              </a:ext>
            </a:extLst>
          </p:cNvPr>
          <p:cNvSpPr/>
          <p:nvPr/>
        </p:nvSpPr>
        <p:spPr>
          <a:xfrm>
            <a:off x="2669511" y="3859575"/>
            <a:ext cx="2743200" cy="2743200"/>
          </a:xfrm>
          <a:prstGeom prst="ellipse">
            <a:avLst/>
          </a:prstGeom>
          <a:blipFill dpi="0" rotWithShape="1">
            <a:blip r:embed="rId6" cstate="screen">
              <a:extLst>
                <a:ext uri="{28A0092B-C50C-407E-A947-70E740481C1C}">
                  <a14:useLocalDpi xmlns:a14="http://schemas.microsoft.com/office/drawing/2010/main"/>
                </a:ext>
              </a:extLst>
            </a:blip>
            <a:srcRect/>
            <a:stretch>
              <a:fillRect/>
            </a:stretch>
          </a:blip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9" name="Oval 18">
            <a:extLst>
              <a:ext uri="{FF2B5EF4-FFF2-40B4-BE49-F238E27FC236}">
                <a16:creationId xmlns:a16="http://schemas.microsoft.com/office/drawing/2014/main" id="{5B3124CC-A165-4E48-88CD-4E9E49269F61}"/>
              </a:ext>
            </a:extLst>
          </p:cNvPr>
          <p:cNvSpPr/>
          <p:nvPr/>
        </p:nvSpPr>
        <p:spPr>
          <a:xfrm>
            <a:off x="614622" y="1396540"/>
            <a:ext cx="2743200" cy="2743200"/>
          </a:xfrm>
          <a:prstGeom prst="ellipse">
            <a:avLst/>
          </a:prstGeom>
          <a:blipFill dpi="0" rotWithShape="1">
            <a:blip r:embed="rId7" cstate="screen">
              <a:extLst>
                <a:ext uri="{28A0092B-C50C-407E-A947-70E740481C1C}">
                  <a14:useLocalDpi xmlns:a14="http://schemas.microsoft.com/office/drawing/2010/main"/>
                </a:ext>
              </a:extLst>
            </a:blip>
            <a:srcRect/>
            <a:stretch>
              <a:fillRect/>
            </a:stretch>
          </a:blip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AC90817E-5D17-45A5-8335-4C95D1C2A28C}"/>
              </a:ext>
            </a:extLst>
          </p:cNvPr>
          <p:cNvSpPr>
            <a:spLocks noGrp="1"/>
          </p:cNvSpPr>
          <p:nvPr>
            <p:ph type="title"/>
          </p:nvPr>
        </p:nvSpPr>
        <p:spPr>
          <a:xfrm>
            <a:off x="811183" y="435361"/>
            <a:ext cx="10569634" cy="1801793"/>
          </a:xfrm>
        </p:spPr>
        <p:txBody>
          <a:bodyPr/>
          <a:lstStyle/>
          <a:p>
            <a:pPr algn="ctr"/>
            <a:r>
              <a:rPr lang="en-US" sz="6000" dirty="0"/>
              <a:t>TECH’S FIVE COLLEGES</a:t>
            </a:r>
          </a:p>
        </p:txBody>
      </p:sp>
      <p:pic>
        <p:nvPicPr>
          <p:cNvPr id="8" name="Picture 7">
            <a:extLst>
              <a:ext uri="{FF2B5EF4-FFF2-40B4-BE49-F238E27FC236}">
                <a16:creationId xmlns:a16="http://schemas.microsoft.com/office/drawing/2014/main" id="{8531C8F7-6435-4D37-A7F5-38ADDD2234A9}"/>
              </a:ext>
            </a:extLst>
          </p:cNvPr>
          <p:cNvPicPr>
            <a:picLocks noChangeAspect="1"/>
          </p:cNvPicPr>
          <p:nvPr/>
        </p:nvPicPr>
        <p:blipFill>
          <a:blip r:embed="rId8"/>
          <a:stretch>
            <a:fillRect/>
          </a:stretch>
        </p:blipFill>
        <p:spPr>
          <a:xfrm>
            <a:off x="614622" y="1396540"/>
            <a:ext cx="2743200" cy="2743200"/>
          </a:xfrm>
          <a:prstGeom prst="ellipse">
            <a:avLst/>
          </a:prstGeom>
          <a:ln w="38100">
            <a:solidFill>
              <a:srgbClr val="FFFFFF"/>
            </a:solidFill>
          </a:ln>
        </p:spPr>
      </p:pic>
      <p:pic>
        <p:nvPicPr>
          <p:cNvPr id="10" name="Picture 9">
            <a:extLst>
              <a:ext uri="{FF2B5EF4-FFF2-40B4-BE49-F238E27FC236}">
                <a16:creationId xmlns:a16="http://schemas.microsoft.com/office/drawing/2014/main" id="{631E03C2-029D-4962-A68F-0C634C8A91AD}"/>
              </a:ext>
            </a:extLst>
          </p:cNvPr>
          <p:cNvPicPr>
            <a:picLocks/>
          </p:cNvPicPr>
          <p:nvPr/>
        </p:nvPicPr>
        <p:blipFill rotWithShape="1">
          <a:blip r:embed="rId9" cstate="screen">
            <a:extLst>
              <a:ext uri="{28A0092B-C50C-407E-A947-70E740481C1C}">
                <a14:useLocalDpi xmlns:a14="http://schemas.microsoft.com/office/drawing/2010/main"/>
              </a:ext>
            </a:extLst>
          </a:blip>
          <a:srcRect/>
          <a:stretch/>
        </p:blipFill>
        <p:spPr>
          <a:xfrm>
            <a:off x="4724400" y="1461668"/>
            <a:ext cx="2743200" cy="2743200"/>
          </a:xfrm>
          <a:prstGeom prst="ellipse">
            <a:avLst/>
          </a:prstGeom>
          <a:ln w="38100">
            <a:solidFill>
              <a:srgbClr val="FFFFFF"/>
            </a:solidFill>
          </a:ln>
        </p:spPr>
      </p:pic>
      <p:pic>
        <p:nvPicPr>
          <p:cNvPr id="14" name="Picture 13">
            <a:extLst>
              <a:ext uri="{FF2B5EF4-FFF2-40B4-BE49-F238E27FC236}">
                <a16:creationId xmlns:a16="http://schemas.microsoft.com/office/drawing/2014/main" id="{A6EA47B8-1DD9-4B8A-8C32-21262A6E8908}"/>
              </a:ext>
            </a:extLst>
          </p:cNvPr>
          <p:cNvPicPr>
            <a:picLocks noChangeAspect="1"/>
          </p:cNvPicPr>
          <p:nvPr/>
        </p:nvPicPr>
        <p:blipFill>
          <a:blip r:embed="rId10"/>
          <a:stretch>
            <a:fillRect/>
          </a:stretch>
        </p:blipFill>
        <p:spPr>
          <a:xfrm>
            <a:off x="2669511" y="3859575"/>
            <a:ext cx="2743200" cy="2743200"/>
          </a:xfrm>
          <a:prstGeom prst="ellipse">
            <a:avLst/>
          </a:prstGeom>
          <a:ln w="38100">
            <a:solidFill>
              <a:srgbClr val="FFFFFF"/>
            </a:solidFill>
          </a:ln>
        </p:spPr>
      </p:pic>
      <p:pic>
        <p:nvPicPr>
          <p:cNvPr id="16" name="Picture 15">
            <a:extLst>
              <a:ext uri="{FF2B5EF4-FFF2-40B4-BE49-F238E27FC236}">
                <a16:creationId xmlns:a16="http://schemas.microsoft.com/office/drawing/2014/main" id="{FFB8312E-4812-4BB4-9FCB-26E7D5E699FC}"/>
              </a:ext>
            </a:extLst>
          </p:cNvPr>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a:xfrm>
            <a:off x="6779289" y="3859575"/>
            <a:ext cx="2743200" cy="2743200"/>
          </a:xfrm>
          <a:prstGeom prst="ellipse">
            <a:avLst/>
          </a:prstGeom>
          <a:ln w="38100">
            <a:solidFill>
              <a:srgbClr val="FFFFFF"/>
            </a:solidFill>
          </a:ln>
        </p:spPr>
      </p:pic>
      <p:pic>
        <p:nvPicPr>
          <p:cNvPr id="18" name="Picture 17">
            <a:extLst>
              <a:ext uri="{FF2B5EF4-FFF2-40B4-BE49-F238E27FC236}">
                <a16:creationId xmlns:a16="http://schemas.microsoft.com/office/drawing/2014/main" id="{9DD44E41-95BE-41F2-8B22-215A335013F6}"/>
              </a:ext>
            </a:extLst>
          </p:cNvPr>
          <p:cNvPicPr>
            <a:picLocks/>
          </p:cNvPicPr>
          <p:nvPr/>
        </p:nvPicPr>
        <p:blipFill rotWithShape="1">
          <a:blip r:embed="rId12" cstate="screen">
            <a:extLst>
              <a:ext uri="{28A0092B-C50C-407E-A947-70E740481C1C}">
                <a14:useLocalDpi xmlns:a14="http://schemas.microsoft.com/office/drawing/2010/main"/>
              </a:ext>
            </a:extLst>
          </a:blip>
          <a:srcRect/>
          <a:stretch/>
        </p:blipFill>
        <p:spPr>
          <a:xfrm>
            <a:off x="8834178" y="1396540"/>
            <a:ext cx="2743200" cy="2743200"/>
          </a:xfrm>
          <a:prstGeom prst="ellipse">
            <a:avLst/>
          </a:prstGeom>
          <a:ln w="38100">
            <a:solidFill>
              <a:srgbClr val="FFFFFF"/>
            </a:solidFill>
          </a:ln>
        </p:spPr>
      </p:pic>
    </p:spTree>
    <p:extLst>
      <p:ext uri="{BB962C8B-B14F-4D97-AF65-F5344CB8AC3E}">
        <p14:creationId xmlns:p14="http://schemas.microsoft.com/office/powerpoint/2010/main" val="1138287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ppt_x"/>
                                          </p:val>
                                        </p:tav>
                                        <p:tav tm="100000">
                                          <p:val>
                                            <p:strVal val="#ppt_x"/>
                                          </p:val>
                                        </p:tav>
                                      </p:tavLst>
                                    </p:anim>
                                    <p:anim calcmode="lin" valueType="num">
                                      <p:cBhvr additive="base">
                                        <p:cTn id="1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6"/>
                                        </p:tgtEl>
                                        <p:attrNameLst>
                                          <p:attrName>style.visibility</p:attrName>
                                        </p:attrNameLst>
                                      </p:cBhvr>
                                      <p:to>
                                        <p:strVal val="visible"/>
                                      </p:to>
                                    </p:set>
                                    <p:anim calcmode="lin" valueType="num">
                                      <p:cBhvr additive="base">
                                        <p:cTn id="25" dur="500" fill="hold"/>
                                        <p:tgtEl>
                                          <p:spTgt spid="16"/>
                                        </p:tgtEl>
                                        <p:attrNameLst>
                                          <p:attrName>ppt_x</p:attrName>
                                        </p:attrNameLst>
                                      </p:cBhvr>
                                      <p:tavLst>
                                        <p:tav tm="0">
                                          <p:val>
                                            <p:strVal val="#ppt_x"/>
                                          </p:val>
                                        </p:tav>
                                        <p:tav tm="100000">
                                          <p:val>
                                            <p:strVal val="#ppt_x"/>
                                          </p:val>
                                        </p:tav>
                                      </p:tavLst>
                                    </p:anim>
                                    <p:anim calcmode="lin" valueType="num">
                                      <p:cBhvr additive="base">
                                        <p:cTn id="26"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8"/>
                                        </p:tgtEl>
                                        <p:attrNameLst>
                                          <p:attrName>style.visibility</p:attrName>
                                        </p:attrNameLst>
                                      </p:cBhvr>
                                      <p:to>
                                        <p:strVal val="visible"/>
                                      </p:to>
                                    </p:set>
                                    <p:anim calcmode="lin" valueType="num">
                                      <p:cBhvr additive="base">
                                        <p:cTn id="31" dur="500" fill="hold"/>
                                        <p:tgtEl>
                                          <p:spTgt spid="18"/>
                                        </p:tgtEl>
                                        <p:attrNameLst>
                                          <p:attrName>ppt_x</p:attrName>
                                        </p:attrNameLst>
                                      </p:cBhvr>
                                      <p:tavLst>
                                        <p:tav tm="0">
                                          <p:val>
                                            <p:strVal val="#ppt_x"/>
                                          </p:val>
                                        </p:tav>
                                        <p:tav tm="100000">
                                          <p:val>
                                            <p:strVal val="#ppt_x"/>
                                          </p:val>
                                        </p:tav>
                                      </p:tavLst>
                                    </p:anim>
                                    <p:anim calcmode="lin" valueType="num">
                                      <p:cBhvr additive="base">
                                        <p:cTn id="32"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6FA43-637B-EF8D-3849-CFD9352B9105}"/>
              </a:ext>
            </a:extLst>
          </p:cNvPr>
          <p:cNvSpPr>
            <a:spLocks noGrp="1"/>
          </p:cNvSpPr>
          <p:nvPr>
            <p:ph type="title"/>
          </p:nvPr>
        </p:nvSpPr>
        <p:spPr>
          <a:xfrm>
            <a:off x="251490" y="383710"/>
            <a:ext cx="8929834" cy="885253"/>
          </a:xfrm>
        </p:spPr>
        <p:txBody>
          <a:bodyPr anchor="t"/>
          <a:lstStyle/>
          <a:p>
            <a:r>
              <a:rPr lang="en-US" sz="6000" dirty="0"/>
              <a:t>University Structure</a:t>
            </a:r>
          </a:p>
        </p:txBody>
      </p:sp>
      <p:sp>
        <p:nvSpPr>
          <p:cNvPr id="7" name="Text Placeholder 4">
            <a:extLst>
              <a:ext uri="{FF2B5EF4-FFF2-40B4-BE49-F238E27FC236}">
                <a16:creationId xmlns:a16="http://schemas.microsoft.com/office/drawing/2014/main" id="{249A4772-904C-499E-AA8C-839FD384838A}"/>
              </a:ext>
            </a:extLst>
          </p:cNvPr>
          <p:cNvSpPr txBox="1">
            <a:spLocks/>
          </p:cNvSpPr>
          <p:nvPr/>
        </p:nvSpPr>
        <p:spPr>
          <a:xfrm>
            <a:off x="376334" y="1452516"/>
            <a:ext cx="5682343" cy="438151"/>
          </a:xfrm>
          <a:prstGeom prst="rect">
            <a:avLst/>
          </a:prstGeom>
        </p:spPr>
        <p:txBody>
          <a:bodyPr vert="horz" lIns="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b="1" i="0" kern="1200">
                <a:solidFill>
                  <a:schemeClr val="accent4"/>
                </a:solidFill>
                <a:latin typeface="+mj-lt"/>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b="1" i="0" kern="1200">
                <a:solidFill>
                  <a:schemeClr val="bg1"/>
                </a:solidFill>
                <a:latin typeface="Arial Black" panose="020B0604020202020204" pitchFamily="34" charset="0"/>
                <a:ea typeface="+mn-ea"/>
                <a:cs typeface="Arial Black"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bg1"/>
                </a:solidFill>
                <a:latin typeface="Segoe UI"/>
                <a:cs typeface="Arial"/>
              </a:rPr>
              <a:t>Colleges</a:t>
            </a:r>
            <a:endParaRPr lang="en-US" dirty="0">
              <a:solidFill>
                <a:schemeClr val="bg1"/>
              </a:solidFill>
              <a:latin typeface="Segoe UI"/>
            </a:endParaRPr>
          </a:p>
          <a:p>
            <a:endParaRPr lang="en-US" sz="2000" dirty="0">
              <a:latin typeface="Segoe UI Light"/>
            </a:endParaRPr>
          </a:p>
        </p:txBody>
      </p:sp>
      <p:sp>
        <p:nvSpPr>
          <p:cNvPr id="9" name="TextBox 8">
            <a:extLst>
              <a:ext uri="{FF2B5EF4-FFF2-40B4-BE49-F238E27FC236}">
                <a16:creationId xmlns:a16="http://schemas.microsoft.com/office/drawing/2014/main" id="{AB63BE54-05EF-4410-B078-7DF42F241C00}"/>
              </a:ext>
            </a:extLst>
          </p:cNvPr>
          <p:cNvSpPr txBox="1"/>
          <p:nvPr/>
        </p:nvSpPr>
        <p:spPr>
          <a:xfrm>
            <a:off x="371091" y="1890667"/>
            <a:ext cx="7849177"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chemeClr val="bg1"/>
                </a:solidFill>
                <a:latin typeface="Segoe UI Light"/>
              </a:rPr>
              <a:t>The largest hierarchy in the university’s academic structure. Includes the five colleges just mentioned: </a:t>
            </a:r>
            <a:r>
              <a:rPr lang="en-US" sz="2000" b="1" dirty="0">
                <a:solidFill>
                  <a:schemeClr val="bg1"/>
                </a:solidFill>
                <a:latin typeface="Segoe UI Light"/>
              </a:rPr>
              <a:t>Applied and Natural Science, Business, Education &amp; Human Sciences, Engineering &amp; Science, and Liberal Arts</a:t>
            </a:r>
            <a:r>
              <a:rPr lang="en-US" sz="2000" dirty="0">
                <a:solidFill>
                  <a:schemeClr val="bg1"/>
                </a:solidFill>
                <a:latin typeface="Segoe UI Light"/>
              </a:rPr>
              <a:t>.</a:t>
            </a:r>
            <a:endParaRPr lang="en-US" dirty="0">
              <a:solidFill>
                <a:schemeClr val="bg1"/>
              </a:solidFill>
            </a:endParaRPr>
          </a:p>
        </p:txBody>
      </p:sp>
      <p:sp>
        <p:nvSpPr>
          <p:cNvPr id="10" name="Text Placeholder 4">
            <a:extLst>
              <a:ext uri="{FF2B5EF4-FFF2-40B4-BE49-F238E27FC236}">
                <a16:creationId xmlns:a16="http://schemas.microsoft.com/office/drawing/2014/main" id="{BFE348AC-5FC5-4B16-97B4-4C64DFC0AC4B}"/>
              </a:ext>
            </a:extLst>
          </p:cNvPr>
          <p:cNvSpPr txBox="1">
            <a:spLocks/>
          </p:cNvSpPr>
          <p:nvPr/>
        </p:nvSpPr>
        <p:spPr>
          <a:xfrm>
            <a:off x="376334" y="3082607"/>
            <a:ext cx="5682343" cy="438151"/>
          </a:xfrm>
          <a:prstGeom prst="rect">
            <a:avLst/>
          </a:prstGeom>
        </p:spPr>
        <p:txBody>
          <a:bodyPr vert="horz" lIns="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b="1" i="0" kern="1200">
                <a:solidFill>
                  <a:schemeClr val="accent4"/>
                </a:solidFill>
                <a:latin typeface="+mj-lt"/>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b="1" i="0" kern="1200">
                <a:solidFill>
                  <a:schemeClr val="bg1"/>
                </a:solidFill>
                <a:latin typeface="Arial Black" panose="020B0604020202020204" pitchFamily="34" charset="0"/>
                <a:ea typeface="+mn-ea"/>
                <a:cs typeface="Arial Black"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bg1"/>
                </a:solidFill>
                <a:latin typeface="Segoe UI"/>
                <a:cs typeface="Arial"/>
              </a:rPr>
              <a:t>Schools &amp; Divisions</a:t>
            </a:r>
            <a:endParaRPr lang="en-US" dirty="0">
              <a:solidFill>
                <a:schemeClr val="bg1"/>
              </a:solidFill>
              <a:latin typeface="Segoe UI"/>
            </a:endParaRPr>
          </a:p>
          <a:p>
            <a:endParaRPr lang="en-US" sz="2000" dirty="0">
              <a:latin typeface="Segoe UI Light"/>
            </a:endParaRPr>
          </a:p>
        </p:txBody>
      </p:sp>
      <p:sp>
        <p:nvSpPr>
          <p:cNvPr id="11" name="TextBox 10">
            <a:extLst>
              <a:ext uri="{FF2B5EF4-FFF2-40B4-BE49-F238E27FC236}">
                <a16:creationId xmlns:a16="http://schemas.microsoft.com/office/drawing/2014/main" id="{8767F55E-B261-4B16-A96C-B86FE32A26E3}"/>
              </a:ext>
            </a:extLst>
          </p:cNvPr>
          <p:cNvSpPr txBox="1"/>
          <p:nvPr/>
        </p:nvSpPr>
        <p:spPr>
          <a:xfrm>
            <a:off x="371092" y="3520758"/>
            <a:ext cx="7849176"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chemeClr val="bg1"/>
                </a:solidFill>
                <a:latin typeface="Segoe UI Light"/>
              </a:rPr>
              <a:t>The middle hierarchy consisting of a collection closely-related majors and programs. Includes the Divisions of </a:t>
            </a:r>
            <a:r>
              <a:rPr lang="en-US" sz="2000" b="1" dirty="0">
                <a:solidFill>
                  <a:schemeClr val="bg1"/>
                </a:solidFill>
                <a:latin typeface="Segoe UI Light"/>
              </a:rPr>
              <a:t>Nursing</a:t>
            </a:r>
            <a:r>
              <a:rPr lang="en-US" sz="2000" dirty="0">
                <a:solidFill>
                  <a:schemeClr val="bg1"/>
                </a:solidFill>
                <a:latin typeface="Segoe UI Light"/>
              </a:rPr>
              <a:t> and </a:t>
            </a:r>
            <a:r>
              <a:rPr lang="en-US" sz="2000" b="1" dirty="0">
                <a:solidFill>
                  <a:schemeClr val="bg1"/>
                </a:solidFill>
                <a:latin typeface="Segoe UI Light"/>
              </a:rPr>
              <a:t>Performing Arts </a:t>
            </a:r>
            <a:r>
              <a:rPr lang="en-US" sz="2000" dirty="0">
                <a:solidFill>
                  <a:schemeClr val="bg1"/>
                </a:solidFill>
                <a:latin typeface="Segoe UI Light"/>
              </a:rPr>
              <a:t>and the Schools of </a:t>
            </a:r>
            <a:r>
              <a:rPr lang="en-US" sz="2000" b="1" dirty="0">
                <a:solidFill>
                  <a:schemeClr val="bg1"/>
                </a:solidFill>
                <a:latin typeface="Segoe UI Light"/>
              </a:rPr>
              <a:t>Agricultural Sciences and Forestry</a:t>
            </a:r>
            <a:r>
              <a:rPr lang="en-US" sz="2000" dirty="0">
                <a:solidFill>
                  <a:schemeClr val="bg1"/>
                </a:solidFill>
                <a:latin typeface="Segoe UI Light"/>
              </a:rPr>
              <a:t>, </a:t>
            </a:r>
            <a:r>
              <a:rPr lang="en-US" sz="2000" b="1" dirty="0">
                <a:solidFill>
                  <a:schemeClr val="bg1"/>
                </a:solidFill>
                <a:latin typeface="Segoe UI Light"/>
              </a:rPr>
              <a:t>Accountancy</a:t>
            </a:r>
            <a:r>
              <a:rPr lang="en-US" sz="2000" dirty="0">
                <a:solidFill>
                  <a:schemeClr val="bg1"/>
                </a:solidFill>
                <a:latin typeface="Segoe UI Light"/>
              </a:rPr>
              <a:t>, </a:t>
            </a:r>
            <a:r>
              <a:rPr lang="en-US" sz="2000" b="1" dirty="0">
                <a:solidFill>
                  <a:schemeClr val="bg1"/>
                </a:solidFill>
                <a:latin typeface="Segoe UI Light"/>
              </a:rPr>
              <a:t>Design</a:t>
            </a:r>
            <a:r>
              <a:rPr lang="en-US" sz="2000" dirty="0">
                <a:solidFill>
                  <a:schemeClr val="bg1"/>
                </a:solidFill>
                <a:latin typeface="Segoe UI Light"/>
              </a:rPr>
              <a:t>, and others.</a:t>
            </a:r>
            <a:endParaRPr lang="en-US" dirty="0">
              <a:solidFill>
                <a:schemeClr val="bg1"/>
              </a:solidFill>
            </a:endParaRPr>
          </a:p>
        </p:txBody>
      </p:sp>
      <p:sp>
        <p:nvSpPr>
          <p:cNvPr id="12" name="Text Placeholder 4">
            <a:extLst>
              <a:ext uri="{FF2B5EF4-FFF2-40B4-BE49-F238E27FC236}">
                <a16:creationId xmlns:a16="http://schemas.microsoft.com/office/drawing/2014/main" id="{64BA0E12-FD64-4972-8047-5C02EAAA361D}"/>
              </a:ext>
            </a:extLst>
          </p:cNvPr>
          <p:cNvSpPr txBox="1">
            <a:spLocks/>
          </p:cNvSpPr>
          <p:nvPr/>
        </p:nvSpPr>
        <p:spPr>
          <a:xfrm>
            <a:off x="376334" y="5020476"/>
            <a:ext cx="5682343" cy="438151"/>
          </a:xfrm>
          <a:prstGeom prst="rect">
            <a:avLst/>
          </a:prstGeom>
        </p:spPr>
        <p:txBody>
          <a:bodyPr vert="horz" lIns="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b="1" i="0" kern="1200">
                <a:solidFill>
                  <a:schemeClr val="accent4"/>
                </a:solidFill>
                <a:latin typeface="+mj-lt"/>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b="1" i="0" kern="1200">
                <a:solidFill>
                  <a:schemeClr val="bg1"/>
                </a:solidFill>
                <a:latin typeface="Arial Black" panose="020B0604020202020204" pitchFamily="34" charset="0"/>
                <a:ea typeface="+mn-ea"/>
                <a:cs typeface="Arial Black"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bg1"/>
                </a:solidFill>
                <a:latin typeface="Segoe UI"/>
                <a:cs typeface="Arial"/>
              </a:rPr>
              <a:t>Departments</a:t>
            </a:r>
            <a:endParaRPr lang="en-US" dirty="0">
              <a:solidFill>
                <a:schemeClr val="bg1"/>
              </a:solidFill>
              <a:latin typeface="Segoe UI"/>
            </a:endParaRPr>
          </a:p>
          <a:p>
            <a:endParaRPr lang="en-US" sz="2000" dirty="0">
              <a:latin typeface="Segoe UI Light"/>
            </a:endParaRPr>
          </a:p>
        </p:txBody>
      </p:sp>
      <p:sp>
        <p:nvSpPr>
          <p:cNvPr id="13" name="TextBox 12">
            <a:extLst>
              <a:ext uri="{FF2B5EF4-FFF2-40B4-BE49-F238E27FC236}">
                <a16:creationId xmlns:a16="http://schemas.microsoft.com/office/drawing/2014/main" id="{598BD5C5-F03F-4BE5-B5DE-C5D08F75A8B4}"/>
              </a:ext>
            </a:extLst>
          </p:cNvPr>
          <p:cNvSpPr txBox="1"/>
          <p:nvPr/>
        </p:nvSpPr>
        <p:spPr>
          <a:xfrm>
            <a:off x="371092" y="5458627"/>
            <a:ext cx="7849176"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chemeClr val="bg1"/>
                </a:solidFill>
                <a:latin typeface="Segoe UI Light"/>
              </a:rPr>
              <a:t>A typically smaller academic unit such as the Departments of </a:t>
            </a:r>
            <a:r>
              <a:rPr lang="en-US" sz="2000" b="1" dirty="0">
                <a:solidFill>
                  <a:schemeClr val="bg1"/>
                </a:solidFill>
                <a:latin typeface="Segoe UI Light"/>
              </a:rPr>
              <a:t>Kinesiology</a:t>
            </a:r>
            <a:r>
              <a:rPr lang="en-US" sz="2000" dirty="0">
                <a:solidFill>
                  <a:schemeClr val="bg1"/>
                </a:solidFill>
                <a:latin typeface="Segoe UI Light"/>
              </a:rPr>
              <a:t>, </a:t>
            </a:r>
            <a:r>
              <a:rPr lang="en-US" sz="2000" b="1" dirty="0">
                <a:solidFill>
                  <a:schemeClr val="bg1"/>
                </a:solidFill>
                <a:latin typeface="Segoe UI Light"/>
              </a:rPr>
              <a:t>Psychology and Behavioral Sciences</a:t>
            </a:r>
            <a:r>
              <a:rPr lang="en-US" sz="2000" dirty="0">
                <a:solidFill>
                  <a:schemeClr val="bg1"/>
                </a:solidFill>
                <a:latin typeface="Segoe UI Light"/>
              </a:rPr>
              <a:t>, </a:t>
            </a:r>
            <a:r>
              <a:rPr lang="en-US" sz="2000" b="1" dirty="0">
                <a:solidFill>
                  <a:schemeClr val="bg1"/>
                </a:solidFill>
                <a:latin typeface="Segoe UI Light"/>
              </a:rPr>
              <a:t>Economics and Finance, </a:t>
            </a:r>
            <a:r>
              <a:rPr lang="en-US" sz="2000" dirty="0">
                <a:solidFill>
                  <a:schemeClr val="bg1"/>
                </a:solidFill>
                <a:latin typeface="Segoe UI Light"/>
              </a:rPr>
              <a:t>and others.</a:t>
            </a:r>
            <a:endParaRPr lang="en-US" b="1" dirty="0">
              <a:solidFill>
                <a:schemeClr val="bg1"/>
              </a:solidFill>
            </a:endParaRPr>
          </a:p>
        </p:txBody>
      </p:sp>
    </p:spTree>
    <p:extLst>
      <p:ext uri="{BB962C8B-B14F-4D97-AF65-F5344CB8AC3E}">
        <p14:creationId xmlns:p14="http://schemas.microsoft.com/office/powerpoint/2010/main" val="41670729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6FA43-637B-EF8D-3849-CFD9352B9105}"/>
              </a:ext>
            </a:extLst>
          </p:cNvPr>
          <p:cNvSpPr>
            <a:spLocks noGrp="1"/>
          </p:cNvSpPr>
          <p:nvPr>
            <p:ph type="title"/>
          </p:nvPr>
        </p:nvSpPr>
        <p:spPr>
          <a:xfrm>
            <a:off x="359485" y="333821"/>
            <a:ext cx="8224678" cy="1261520"/>
          </a:xfrm>
        </p:spPr>
        <p:txBody>
          <a:bodyPr anchor="ctr"/>
          <a:lstStyle/>
          <a:p>
            <a:r>
              <a:rPr lang="en-US" dirty="0"/>
              <a:t>So who is in charge?</a:t>
            </a:r>
          </a:p>
        </p:txBody>
      </p:sp>
      <p:pic>
        <p:nvPicPr>
          <p:cNvPr id="12" name="Picture Placeholder 11">
            <a:extLst>
              <a:ext uri="{FF2B5EF4-FFF2-40B4-BE49-F238E27FC236}">
                <a16:creationId xmlns:a16="http://schemas.microsoft.com/office/drawing/2014/main" id="{305341A4-1B00-C8F4-5862-79A826C75023}"/>
              </a:ext>
            </a:extLst>
          </p:cNvPr>
          <p:cNvPicPr>
            <a:picLocks noGrp="1" noChangeAspect="1"/>
          </p:cNvPicPr>
          <p:nvPr>
            <p:ph type="pic" sz="quarter" idx="15"/>
          </p:nvPr>
        </p:nvPicPr>
        <p:blipFill rotWithShape="1">
          <a:blip r:embed="rId3" cstate="screen">
            <a:extLst>
              <a:ext uri="{28A0092B-C50C-407E-A947-70E740481C1C}">
                <a14:useLocalDpi xmlns:a14="http://schemas.microsoft.com/office/drawing/2010/main"/>
              </a:ext>
            </a:extLst>
          </a:blip>
          <a:srcRect t="-511"/>
          <a:stretch/>
        </p:blipFill>
        <p:spPr>
          <a:xfrm>
            <a:off x="7574816" y="3200906"/>
            <a:ext cx="3657600" cy="3323273"/>
          </a:xfrm>
        </p:spPr>
      </p:pic>
      <p:sp>
        <p:nvSpPr>
          <p:cNvPr id="3" name="Title 3">
            <a:extLst>
              <a:ext uri="{FF2B5EF4-FFF2-40B4-BE49-F238E27FC236}">
                <a16:creationId xmlns:a16="http://schemas.microsoft.com/office/drawing/2014/main" id="{B1818B56-19AD-4603-A8CB-295BC4A2EEE7}"/>
              </a:ext>
            </a:extLst>
          </p:cNvPr>
          <p:cNvSpPr>
            <a:spLocks noGrp="1"/>
          </p:cNvSpPr>
          <p:nvPr/>
        </p:nvSpPr>
        <p:spPr>
          <a:xfrm>
            <a:off x="359485" y="2202218"/>
            <a:ext cx="6955716" cy="3323273"/>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4000" b="1" i="0" kern="1200" spc="100" baseline="0">
                <a:solidFill>
                  <a:schemeClr val="bg1"/>
                </a:solidFill>
                <a:latin typeface="+mj-lt"/>
                <a:ea typeface="+mj-ea"/>
                <a:cs typeface="Arial Black" panose="020B0604020202020204" pitchFamily="34" charset="0"/>
              </a:defRPr>
            </a:lvl1pPr>
          </a:lstStyle>
          <a:p>
            <a:r>
              <a:rPr lang="en-US" b="0" dirty="0">
                <a:latin typeface="Segoe UI"/>
              </a:rPr>
              <a:t>Within the university as well as each individual academic college there are several levels of leadership overseeing the daily operations of Louisiana Tech.</a:t>
            </a:r>
          </a:p>
        </p:txBody>
      </p:sp>
    </p:spTree>
    <p:extLst>
      <p:ext uri="{BB962C8B-B14F-4D97-AF65-F5344CB8AC3E}">
        <p14:creationId xmlns:p14="http://schemas.microsoft.com/office/powerpoint/2010/main" val="11982219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462D7-27D2-94DC-1264-B79226686001}"/>
              </a:ext>
            </a:extLst>
          </p:cNvPr>
          <p:cNvSpPr>
            <a:spLocks noGrp="1"/>
          </p:cNvSpPr>
          <p:nvPr>
            <p:ph type="title"/>
          </p:nvPr>
        </p:nvSpPr>
        <p:spPr>
          <a:xfrm>
            <a:off x="1407292" y="351413"/>
            <a:ext cx="10571734" cy="1160145"/>
          </a:xfrm>
        </p:spPr>
        <p:txBody>
          <a:bodyPr/>
          <a:lstStyle/>
          <a:p>
            <a:pPr algn="ctr"/>
            <a:r>
              <a:rPr lang="en-US" sz="6600" dirty="0">
                <a:latin typeface="Segoe UI"/>
              </a:rPr>
              <a:t>UNIVERSITY PRESIDENT</a:t>
            </a:r>
          </a:p>
        </p:txBody>
      </p:sp>
      <p:sp>
        <p:nvSpPr>
          <p:cNvPr id="15" name="Text Placeholder 14">
            <a:extLst>
              <a:ext uri="{FF2B5EF4-FFF2-40B4-BE49-F238E27FC236}">
                <a16:creationId xmlns:a16="http://schemas.microsoft.com/office/drawing/2014/main" id="{B61A2D1D-0937-D2AC-EE47-05940DD770E0}"/>
              </a:ext>
            </a:extLst>
          </p:cNvPr>
          <p:cNvSpPr>
            <a:spLocks noGrp="1"/>
          </p:cNvSpPr>
          <p:nvPr>
            <p:ph sz="quarter" idx="27"/>
          </p:nvPr>
        </p:nvSpPr>
        <p:spPr>
          <a:xfrm>
            <a:off x="3124199" y="6059972"/>
            <a:ext cx="7137918" cy="532363"/>
          </a:xfrm>
        </p:spPr>
        <p:txBody>
          <a:bodyPr vert="horz" lIns="0" tIns="0" rIns="0" bIns="0" rtlCol="0" anchor="t">
            <a:noAutofit/>
          </a:bodyPr>
          <a:lstStyle/>
          <a:p>
            <a:pPr marL="0" indent="0" algn="ctr">
              <a:buNone/>
            </a:pPr>
            <a:r>
              <a:rPr lang="en-US" sz="3600" dirty="0">
                <a:latin typeface="Segoe UI"/>
                <a:cs typeface="Arial"/>
              </a:rPr>
              <a:t>Dr. Jim Henderson</a:t>
            </a:r>
            <a:endParaRPr lang="en-US" sz="3600" dirty="0">
              <a:latin typeface="Segoe UI"/>
            </a:endParaRPr>
          </a:p>
        </p:txBody>
      </p:sp>
      <p:pic>
        <p:nvPicPr>
          <p:cNvPr id="4" name="Picture 3">
            <a:extLst>
              <a:ext uri="{FF2B5EF4-FFF2-40B4-BE49-F238E27FC236}">
                <a16:creationId xmlns:a16="http://schemas.microsoft.com/office/drawing/2014/main" id="{0A1F623E-1D4B-4E6E-8B71-19F55918357E}"/>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571623" y="1511558"/>
            <a:ext cx="6243071" cy="4161453"/>
          </a:xfrm>
          <a:prstGeom prst="rect">
            <a:avLst/>
          </a:prstGeom>
          <a:ln w="57150">
            <a:solidFill>
              <a:srgbClr val="D3DDFE"/>
            </a:solidFill>
          </a:ln>
        </p:spPr>
      </p:pic>
    </p:spTree>
    <p:extLst>
      <p:ext uri="{BB962C8B-B14F-4D97-AF65-F5344CB8AC3E}">
        <p14:creationId xmlns:p14="http://schemas.microsoft.com/office/powerpoint/2010/main" val="38148700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462D7-27D2-94DC-1264-B79226686001}"/>
              </a:ext>
            </a:extLst>
          </p:cNvPr>
          <p:cNvSpPr>
            <a:spLocks noGrp="1"/>
          </p:cNvSpPr>
          <p:nvPr>
            <p:ph type="title"/>
          </p:nvPr>
        </p:nvSpPr>
        <p:spPr>
          <a:xfrm>
            <a:off x="810133" y="265665"/>
            <a:ext cx="10571734" cy="1160145"/>
          </a:xfrm>
        </p:spPr>
        <p:txBody>
          <a:bodyPr/>
          <a:lstStyle/>
          <a:p>
            <a:pPr algn="ctr"/>
            <a:r>
              <a:rPr lang="en-US" sz="6600" dirty="0">
                <a:latin typeface="Segoe UI"/>
              </a:rPr>
              <a:t>UNIVERSITY PROVOST</a:t>
            </a:r>
            <a:br>
              <a:rPr lang="en-US" sz="6600" dirty="0">
                <a:latin typeface="Segoe UI"/>
              </a:rPr>
            </a:br>
            <a:r>
              <a:rPr lang="en-US" sz="2800" b="0" dirty="0">
                <a:latin typeface="Segoe UI"/>
              </a:rPr>
              <a:t>The Chief Academic Officer of Louisiana Tech</a:t>
            </a:r>
            <a:endParaRPr lang="en-US" sz="6600" dirty="0">
              <a:latin typeface="Segoe UI"/>
            </a:endParaRPr>
          </a:p>
        </p:txBody>
      </p:sp>
      <p:sp>
        <p:nvSpPr>
          <p:cNvPr id="15" name="Text Placeholder 14">
            <a:extLst>
              <a:ext uri="{FF2B5EF4-FFF2-40B4-BE49-F238E27FC236}">
                <a16:creationId xmlns:a16="http://schemas.microsoft.com/office/drawing/2014/main" id="{B61A2D1D-0937-D2AC-EE47-05940DD770E0}"/>
              </a:ext>
            </a:extLst>
          </p:cNvPr>
          <p:cNvSpPr>
            <a:spLocks noGrp="1"/>
          </p:cNvSpPr>
          <p:nvPr>
            <p:ph sz="quarter" idx="27"/>
          </p:nvPr>
        </p:nvSpPr>
        <p:spPr>
          <a:xfrm>
            <a:off x="2527041" y="6171940"/>
            <a:ext cx="7137918" cy="532363"/>
          </a:xfrm>
        </p:spPr>
        <p:txBody>
          <a:bodyPr vert="horz" lIns="0" tIns="0" rIns="0" bIns="0" rtlCol="0" anchor="t">
            <a:noAutofit/>
          </a:bodyPr>
          <a:lstStyle/>
          <a:p>
            <a:pPr marL="0" indent="0" algn="ctr">
              <a:buNone/>
            </a:pPr>
            <a:r>
              <a:rPr lang="en-US" sz="3600" dirty="0">
                <a:latin typeface="Segoe UI"/>
                <a:cs typeface="Arial"/>
              </a:rPr>
              <a:t>Dr. Donna Thomas</a:t>
            </a:r>
            <a:endParaRPr lang="en-US" sz="3600" dirty="0">
              <a:latin typeface="Segoe UI"/>
            </a:endParaRPr>
          </a:p>
        </p:txBody>
      </p:sp>
      <p:pic>
        <p:nvPicPr>
          <p:cNvPr id="4" name="Picture 3">
            <a:extLst>
              <a:ext uri="{FF2B5EF4-FFF2-40B4-BE49-F238E27FC236}">
                <a16:creationId xmlns:a16="http://schemas.microsoft.com/office/drawing/2014/main" id="{0A1F623E-1D4B-4E6E-8B71-19F55918357E}"/>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3922067" y="1722129"/>
            <a:ext cx="4347866" cy="4153491"/>
          </a:xfrm>
          <a:prstGeom prst="rect">
            <a:avLst/>
          </a:prstGeom>
          <a:ln w="57150">
            <a:solidFill>
              <a:srgbClr val="D3DDFE"/>
            </a:solidFill>
          </a:ln>
        </p:spPr>
      </p:pic>
    </p:spTree>
    <p:extLst>
      <p:ext uri="{BB962C8B-B14F-4D97-AF65-F5344CB8AC3E}">
        <p14:creationId xmlns:p14="http://schemas.microsoft.com/office/powerpoint/2010/main" val="38121969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462D7-27D2-94DC-1264-B79226686001}"/>
              </a:ext>
            </a:extLst>
          </p:cNvPr>
          <p:cNvSpPr>
            <a:spLocks noGrp="1"/>
          </p:cNvSpPr>
          <p:nvPr>
            <p:ph type="title"/>
          </p:nvPr>
        </p:nvSpPr>
        <p:spPr>
          <a:xfrm>
            <a:off x="255037" y="213869"/>
            <a:ext cx="11681926" cy="1281471"/>
          </a:xfrm>
        </p:spPr>
        <p:txBody>
          <a:bodyPr/>
          <a:lstStyle/>
          <a:p>
            <a:pPr algn="ctr"/>
            <a:r>
              <a:rPr lang="en-US" sz="8000" dirty="0">
                <a:latin typeface="Segoe UI"/>
              </a:rPr>
              <a:t>THE VICE PRESIDENTS</a:t>
            </a:r>
            <a:endParaRPr lang="en-US" sz="9600" dirty="0">
              <a:latin typeface="Segoe UI"/>
            </a:endParaRPr>
          </a:p>
        </p:txBody>
      </p:sp>
      <p:sp>
        <p:nvSpPr>
          <p:cNvPr id="15" name="Text Placeholder 14">
            <a:extLst>
              <a:ext uri="{FF2B5EF4-FFF2-40B4-BE49-F238E27FC236}">
                <a16:creationId xmlns:a16="http://schemas.microsoft.com/office/drawing/2014/main" id="{B61A2D1D-0937-D2AC-EE47-05940DD770E0}"/>
              </a:ext>
            </a:extLst>
          </p:cNvPr>
          <p:cNvSpPr>
            <a:spLocks noGrp="1"/>
          </p:cNvSpPr>
          <p:nvPr>
            <p:ph sz="quarter" idx="26"/>
          </p:nvPr>
        </p:nvSpPr>
        <p:spPr>
          <a:xfrm>
            <a:off x="72984" y="3265971"/>
            <a:ext cx="3738465" cy="722849"/>
          </a:xfrm>
        </p:spPr>
        <p:txBody>
          <a:bodyPr vert="horz" lIns="0" tIns="0" rIns="0" bIns="0" rtlCol="0" anchor="t">
            <a:noAutofit/>
          </a:bodyPr>
          <a:lstStyle/>
          <a:p>
            <a:pPr marL="0" indent="0" algn="ctr">
              <a:buNone/>
            </a:pPr>
            <a:r>
              <a:rPr lang="en-US" sz="2000" dirty="0">
                <a:latin typeface="Segoe UI"/>
                <a:cs typeface="Arial"/>
              </a:rPr>
              <a:t>Dr. Dickie Crawford</a:t>
            </a:r>
          </a:p>
          <a:p>
            <a:pPr marL="0" indent="0" algn="ctr">
              <a:buNone/>
            </a:pPr>
            <a:r>
              <a:rPr lang="en-US" sz="2000" dirty="0">
                <a:latin typeface="Segoe UI"/>
                <a:cs typeface="Arial"/>
              </a:rPr>
              <a:t>VP of Student Advancement</a:t>
            </a:r>
            <a:endParaRPr lang="en-US" sz="2000" dirty="0">
              <a:latin typeface="Segoe UI"/>
            </a:endParaRPr>
          </a:p>
        </p:txBody>
      </p:sp>
      <p:pic>
        <p:nvPicPr>
          <p:cNvPr id="4" name="Picture 3">
            <a:extLst>
              <a:ext uri="{FF2B5EF4-FFF2-40B4-BE49-F238E27FC236}">
                <a16:creationId xmlns:a16="http://schemas.microsoft.com/office/drawing/2014/main" id="{0A1F623E-1D4B-4E6E-8B71-19F55918357E}"/>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028700" y="1308320"/>
            <a:ext cx="1828800" cy="1828800"/>
          </a:xfrm>
          <a:prstGeom prst="rect">
            <a:avLst/>
          </a:prstGeom>
          <a:ln w="57150">
            <a:solidFill>
              <a:srgbClr val="D3DDFE"/>
            </a:solidFill>
          </a:ln>
        </p:spPr>
      </p:pic>
      <p:pic>
        <p:nvPicPr>
          <p:cNvPr id="6" name="Picture 5">
            <a:extLst>
              <a:ext uri="{FF2B5EF4-FFF2-40B4-BE49-F238E27FC236}">
                <a16:creationId xmlns:a16="http://schemas.microsoft.com/office/drawing/2014/main" id="{02EECF1D-5639-4B72-874D-F99368362D37}"/>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5127725" y="1308320"/>
            <a:ext cx="1828800" cy="1828800"/>
          </a:xfrm>
          <a:prstGeom prst="rect">
            <a:avLst/>
          </a:prstGeom>
          <a:ln w="57150">
            <a:solidFill>
              <a:srgbClr val="D3DDFE"/>
            </a:solidFill>
          </a:ln>
        </p:spPr>
      </p:pic>
      <p:grpSp>
        <p:nvGrpSpPr>
          <p:cNvPr id="8" name="Group 7">
            <a:extLst>
              <a:ext uri="{FF2B5EF4-FFF2-40B4-BE49-F238E27FC236}">
                <a16:creationId xmlns:a16="http://schemas.microsoft.com/office/drawing/2014/main" id="{5FB4DC9D-9EED-40BB-B9EE-38E02156D501}"/>
              </a:ext>
            </a:extLst>
          </p:cNvPr>
          <p:cNvGrpSpPr>
            <a:grpSpLocks noChangeAspect="1"/>
          </p:cNvGrpSpPr>
          <p:nvPr/>
        </p:nvGrpSpPr>
        <p:grpSpPr>
          <a:xfrm>
            <a:off x="9334500" y="1298693"/>
            <a:ext cx="1828800" cy="1828800"/>
            <a:chOff x="966496" y="3429000"/>
            <a:chExt cx="3927569" cy="4142714"/>
          </a:xfrm>
        </p:grpSpPr>
        <p:sp>
          <p:nvSpPr>
            <p:cNvPr id="5" name="Rectangle 4">
              <a:extLst>
                <a:ext uri="{FF2B5EF4-FFF2-40B4-BE49-F238E27FC236}">
                  <a16:creationId xmlns:a16="http://schemas.microsoft.com/office/drawing/2014/main" id="{128B4B8E-7792-4D25-AFA5-DFC9B3E0529C}"/>
                </a:ext>
              </a:extLst>
            </p:cNvPr>
            <p:cNvSpPr/>
            <p:nvPr/>
          </p:nvSpPr>
          <p:spPr>
            <a:xfrm>
              <a:off x="966496" y="3429000"/>
              <a:ext cx="3927569" cy="414202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436C537F-C127-4201-915D-12A9D2EFAFF8}"/>
                </a:ext>
              </a:extLst>
            </p:cNvPr>
            <p:cNvPicPr>
              <a:picLocks noChangeAspect="1"/>
            </p:cNvPicPr>
            <p:nvPr/>
          </p:nvPicPr>
          <p:blipFill>
            <a:blip r:embed="rId5" cstate="screen">
              <a:extLst>
                <a:ext uri="{28A0092B-C50C-407E-A947-70E740481C1C}">
                  <a14:useLocalDpi xmlns:a14="http://schemas.microsoft.com/office/drawing/2010/main"/>
                </a:ext>
              </a:extLst>
            </a:blip>
            <a:srcRect r="-124"/>
            <a:stretch/>
          </p:blipFill>
          <p:spPr>
            <a:xfrm>
              <a:off x="1003257" y="3458618"/>
              <a:ext cx="3863634" cy="4113096"/>
            </a:xfrm>
            <a:prstGeom prst="rect">
              <a:avLst/>
            </a:prstGeom>
            <a:ln w="57150">
              <a:solidFill>
                <a:srgbClr val="D3DDFE"/>
              </a:solidFill>
            </a:ln>
          </p:spPr>
        </p:pic>
      </p:grpSp>
      <p:pic>
        <p:nvPicPr>
          <p:cNvPr id="10" name="Picture 9">
            <a:extLst>
              <a:ext uri="{FF2B5EF4-FFF2-40B4-BE49-F238E27FC236}">
                <a16:creationId xmlns:a16="http://schemas.microsoft.com/office/drawing/2014/main" id="{AD142D32-DB19-4BC0-B561-31965CE2FEA2}"/>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a:stretch/>
        </p:blipFill>
        <p:spPr>
          <a:xfrm>
            <a:off x="5181598" y="4132388"/>
            <a:ext cx="1828800" cy="1828800"/>
          </a:xfrm>
          <a:prstGeom prst="rect">
            <a:avLst/>
          </a:prstGeom>
          <a:ln w="57150">
            <a:solidFill>
              <a:srgbClr val="D3DDFE"/>
            </a:solidFill>
          </a:ln>
        </p:spPr>
      </p:pic>
      <p:pic>
        <p:nvPicPr>
          <p:cNvPr id="11" name="Picture 10">
            <a:extLst>
              <a:ext uri="{FF2B5EF4-FFF2-40B4-BE49-F238E27FC236}">
                <a16:creationId xmlns:a16="http://schemas.microsoft.com/office/drawing/2014/main" id="{98202A0F-0225-4996-B9BB-FA85E6B5A688}"/>
              </a:ext>
            </a:extLst>
          </p:cNvPr>
          <p:cNvPicPr>
            <a:picLocks noChangeAspect="1"/>
          </p:cNvPicPr>
          <p:nvPr/>
        </p:nvPicPr>
        <p:blipFill rotWithShape="1">
          <a:blip r:embed="rId7" cstate="screen">
            <a:extLst>
              <a:ext uri="{28A0092B-C50C-407E-A947-70E740481C1C}">
                <a14:useLocalDpi xmlns:a14="http://schemas.microsoft.com/office/drawing/2010/main"/>
              </a:ext>
            </a:extLst>
          </a:blip>
          <a:srcRect b="-637"/>
          <a:stretch/>
        </p:blipFill>
        <p:spPr>
          <a:xfrm>
            <a:off x="1028696" y="4126475"/>
            <a:ext cx="1828800" cy="1828800"/>
          </a:xfrm>
          <a:prstGeom prst="rect">
            <a:avLst/>
          </a:prstGeom>
          <a:ln w="57150">
            <a:solidFill>
              <a:srgbClr val="D3DDFE"/>
            </a:solidFill>
          </a:ln>
        </p:spPr>
      </p:pic>
      <p:pic>
        <p:nvPicPr>
          <p:cNvPr id="12" name="Picture 11">
            <a:extLst>
              <a:ext uri="{FF2B5EF4-FFF2-40B4-BE49-F238E27FC236}">
                <a16:creationId xmlns:a16="http://schemas.microsoft.com/office/drawing/2014/main" id="{BA89634E-DE12-4BAB-BC81-9A426660FAF6}"/>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9334500" y="4132388"/>
            <a:ext cx="1828800" cy="1828800"/>
          </a:xfrm>
          <a:prstGeom prst="rect">
            <a:avLst/>
          </a:prstGeom>
          <a:ln w="57150">
            <a:solidFill>
              <a:srgbClr val="D3DDFE"/>
            </a:solidFill>
          </a:ln>
        </p:spPr>
      </p:pic>
      <p:sp>
        <p:nvSpPr>
          <p:cNvPr id="13" name="Text Placeholder 14">
            <a:extLst>
              <a:ext uri="{FF2B5EF4-FFF2-40B4-BE49-F238E27FC236}">
                <a16:creationId xmlns:a16="http://schemas.microsoft.com/office/drawing/2014/main" id="{A4B1C167-3684-4C5C-B208-33A460740EB8}"/>
              </a:ext>
            </a:extLst>
          </p:cNvPr>
          <p:cNvSpPr txBox="1">
            <a:spLocks/>
          </p:cNvSpPr>
          <p:nvPr/>
        </p:nvSpPr>
        <p:spPr>
          <a:xfrm>
            <a:off x="4152122" y="3277796"/>
            <a:ext cx="4046375" cy="722849"/>
          </a:xfrm>
          <a:prstGeom prst="rect">
            <a:avLst/>
          </a:prstGeom>
        </p:spPr>
        <p:txBody>
          <a:bodyPr vert="horz" lIns="0" tIns="0" rIns="0" bIns="0" rtlCol="0" anchor="t">
            <a:noAutofit/>
          </a:bodyPr>
          <a:lstStyle>
            <a:lvl1pPr marL="285750" indent="-285750" algn="l" defTabSz="914400" rtl="0" eaLnBrk="1" latinLnBrk="0" hangingPunct="1">
              <a:lnSpc>
                <a:spcPct val="90000"/>
              </a:lnSpc>
              <a:spcBef>
                <a:spcPts val="1000"/>
              </a:spcBef>
              <a:buFont typeface="Arial" panose="020B0604020202020204" pitchFamily="34" charset="0"/>
              <a:buChar char="•"/>
              <a:defRPr sz="1800" kern="1200">
                <a:solidFill>
                  <a:schemeClr val="bg1"/>
                </a:solidFill>
                <a:latin typeface="+mn-lt"/>
                <a:ea typeface="+mn-ea"/>
                <a:cs typeface="Arial" panose="020B0604020202020204" pitchFamily="34" charset="0"/>
              </a:defRPr>
            </a:lvl1pPr>
            <a:lvl2pPr marL="411480" indent="-228600" algn="l" defTabSz="914400" rtl="0" eaLnBrk="1" latinLnBrk="0" hangingPunct="1">
              <a:lnSpc>
                <a:spcPct val="90000"/>
              </a:lnSpc>
              <a:spcBef>
                <a:spcPts val="500"/>
              </a:spcBef>
              <a:buFont typeface="Arial" panose="020B0604020202020204" pitchFamily="34" charset="0"/>
              <a:buChar char="•"/>
              <a:defRPr sz="1600" kern="1200">
                <a:solidFill>
                  <a:schemeClr val="bg1"/>
                </a:solidFill>
                <a:latin typeface="+mn-lt"/>
                <a:ea typeface="+mn-ea"/>
                <a:cs typeface="Arial" panose="020B0604020202020204" pitchFamily="34" charset="0"/>
              </a:defRPr>
            </a:lvl2pPr>
            <a:lvl3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solidFill>
                <a:latin typeface="+mn-lt"/>
                <a:ea typeface="+mn-ea"/>
                <a:cs typeface="Arial" panose="020B0604020202020204" pitchFamily="34" charset="0"/>
              </a:defRPr>
            </a:lvl3pPr>
            <a:lvl4pPr marL="1051560" indent="-228600" algn="l" defTabSz="914400" rtl="0" eaLnBrk="1" latinLnBrk="0" hangingPunct="1">
              <a:lnSpc>
                <a:spcPct val="90000"/>
              </a:lnSpc>
              <a:spcBef>
                <a:spcPts val="500"/>
              </a:spcBef>
              <a:buFont typeface="Arial" panose="020B0604020202020204" pitchFamily="34" charset="0"/>
              <a:buChar char="•"/>
              <a:defRPr sz="1200" kern="1200">
                <a:solidFill>
                  <a:schemeClr val="bg1"/>
                </a:solidFill>
                <a:latin typeface="+mn-lt"/>
                <a:ea typeface="+mn-ea"/>
                <a:cs typeface="Arial" panose="020B0604020202020204" pitchFamily="34" charset="0"/>
              </a:defRPr>
            </a:lvl4pPr>
            <a:lvl5pPr marL="1417320" indent="-228600" algn="l" defTabSz="914400" rtl="0" eaLnBrk="1" latinLnBrk="0" hangingPunct="1">
              <a:lnSpc>
                <a:spcPct val="90000"/>
              </a:lnSpc>
              <a:spcBef>
                <a:spcPts val="500"/>
              </a:spcBef>
              <a:buFont typeface="Arial" panose="020B0604020202020204" pitchFamily="34" charset="0"/>
              <a:buChar char="•"/>
              <a:defRPr sz="1000" kern="1200">
                <a:solidFill>
                  <a:schemeClr val="bg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000" dirty="0">
                <a:latin typeface="Segoe UI"/>
                <a:cs typeface="Arial"/>
              </a:rPr>
              <a:t>Dr. Davy Norris</a:t>
            </a:r>
          </a:p>
          <a:p>
            <a:pPr marL="0" indent="0" algn="ctr">
              <a:buFont typeface="Arial" panose="020B0604020202020204" pitchFamily="34" charset="0"/>
              <a:buNone/>
            </a:pPr>
            <a:r>
              <a:rPr lang="en-US" sz="2000" dirty="0">
                <a:latin typeface="Segoe UI"/>
                <a:cs typeface="Arial"/>
              </a:rPr>
              <a:t>VP of Innovation &amp; Advancement</a:t>
            </a:r>
            <a:endParaRPr lang="en-US" sz="2000" dirty="0">
              <a:latin typeface="Segoe UI"/>
            </a:endParaRPr>
          </a:p>
        </p:txBody>
      </p:sp>
      <p:sp>
        <p:nvSpPr>
          <p:cNvPr id="14" name="Text Placeholder 14">
            <a:extLst>
              <a:ext uri="{FF2B5EF4-FFF2-40B4-BE49-F238E27FC236}">
                <a16:creationId xmlns:a16="http://schemas.microsoft.com/office/drawing/2014/main" id="{EA3DD966-97AA-4AC7-8059-AF2E35B601FC}"/>
              </a:ext>
            </a:extLst>
          </p:cNvPr>
          <p:cNvSpPr txBox="1">
            <a:spLocks/>
          </p:cNvSpPr>
          <p:nvPr/>
        </p:nvSpPr>
        <p:spPr>
          <a:xfrm>
            <a:off x="8380551" y="3280547"/>
            <a:ext cx="3738465" cy="722849"/>
          </a:xfrm>
          <a:prstGeom prst="rect">
            <a:avLst/>
          </a:prstGeom>
        </p:spPr>
        <p:txBody>
          <a:bodyPr vert="horz" lIns="0" tIns="0" rIns="0" bIns="0" rtlCol="0" anchor="t">
            <a:noAutofit/>
          </a:bodyPr>
          <a:lstStyle>
            <a:lvl1pPr marL="285750" indent="-285750" algn="l" defTabSz="914400" rtl="0" eaLnBrk="1" latinLnBrk="0" hangingPunct="1">
              <a:lnSpc>
                <a:spcPct val="90000"/>
              </a:lnSpc>
              <a:spcBef>
                <a:spcPts val="1000"/>
              </a:spcBef>
              <a:buFont typeface="Arial" panose="020B0604020202020204" pitchFamily="34" charset="0"/>
              <a:buChar char="•"/>
              <a:defRPr sz="1800" kern="1200">
                <a:solidFill>
                  <a:schemeClr val="bg1"/>
                </a:solidFill>
                <a:latin typeface="+mn-lt"/>
                <a:ea typeface="+mn-ea"/>
                <a:cs typeface="Arial" panose="020B0604020202020204" pitchFamily="34" charset="0"/>
              </a:defRPr>
            </a:lvl1pPr>
            <a:lvl2pPr marL="411480" indent="-228600" algn="l" defTabSz="914400" rtl="0" eaLnBrk="1" latinLnBrk="0" hangingPunct="1">
              <a:lnSpc>
                <a:spcPct val="90000"/>
              </a:lnSpc>
              <a:spcBef>
                <a:spcPts val="500"/>
              </a:spcBef>
              <a:buFont typeface="Arial" panose="020B0604020202020204" pitchFamily="34" charset="0"/>
              <a:buChar char="•"/>
              <a:defRPr sz="1600" kern="1200">
                <a:solidFill>
                  <a:schemeClr val="bg1"/>
                </a:solidFill>
                <a:latin typeface="+mn-lt"/>
                <a:ea typeface="+mn-ea"/>
                <a:cs typeface="Arial" panose="020B0604020202020204" pitchFamily="34" charset="0"/>
              </a:defRPr>
            </a:lvl2pPr>
            <a:lvl3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solidFill>
                <a:latin typeface="+mn-lt"/>
                <a:ea typeface="+mn-ea"/>
                <a:cs typeface="Arial" panose="020B0604020202020204" pitchFamily="34" charset="0"/>
              </a:defRPr>
            </a:lvl3pPr>
            <a:lvl4pPr marL="1051560" indent="-228600" algn="l" defTabSz="914400" rtl="0" eaLnBrk="1" latinLnBrk="0" hangingPunct="1">
              <a:lnSpc>
                <a:spcPct val="90000"/>
              </a:lnSpc>
              <a:spcBef>
                <a:spcPts val="500"/>
              </a:spcBef>
              <a:buFont typeface="Arial" panose="020B0604020202020204" pitchFamily="34" charset="0"/>
              <a:buChar char="•"/>
              <a:defRPr sz="1200" kern="1200">
                <a:solidFill>
                  <a:schemeClr val="bg1"/>
                </a:solidFill>
                <a:latin typeface="+mn-lt"/>
                <a:ea typeface="+mn-ea"/>
                <a:cs typeface="Arial" panose="020B0604020202020204" pitchFamily="34" charset="0"/>
              </a:defRPr>
            </a:lvl4pPr>
            <a:lvl5pPr marL="1417320" indent="-228600" algn="l" defTabSz="914400" rtl="0" eaLnBrk="1" latinLnBrk="0" hangingPunct="1">
              <a:lnSpc>
                <a:spcPct val="90000"/>
              </a:lnSpc>
              <a:spcBef>
                <a:spcPts val="500"/>
              </a:spcBef>
              <a:buFont typeface="Arial" panose="020B0604020202020204" pitchFamily="34" charset="0"/>
              <a:buChar char="•"/>
              <a:defRPr sz="1000" kern="1200">
                <a:solidFill>
                  <a:schemeClr val="bg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000" dirty="0">
                <a:latin typeface="Segoe UI"/>
                <a:cs typeface="Arial"/>
              </a:rPr>
              <a:t>Lisa Bradley</a:t>
            </a:r>
          </a:p>
          <a:p>
            <a:pPr marL="0" indent="0" algn="ctr">
              <a:buFont typeface="Arial" panose="020B0604020202020204" pitchFamily="34" charset="0"/>
              <a:buNone/>
            </a:pPr>
            <a:r>
              <a:rPr lang="en-US" sz="2000" dirty="0">
                <a:latin typeface="Segoe UI"/>
                <a:cs typeface="Arial"/>
              </a:rPr>
              <a:t>Assistant VP and CFO</a:t>
            </a:r>
            <a:endParaRPr lang="en-US" sz="2000" dirty="0">
              <a:latin typeface="Segoe UI"/>
            </a:endParaRPr>
          </a:p>
        </p:txBody>
      </p:sp>
      <p:sp>
        <p:nvSpPr>
          <p:cNvPr id="16" name="Text Placeholder 14">
            <a:extLst>
              <a:ext uri="{FF2B5EF4-FFF2-40B4-BE49-F238E27FC236}">
                <a16:creationId xmlns:a16="http://schemas.microsoft.com/office/drawing/2014/main" id="{1A4C5C0F-EE4A-4E53-B818-EE5B2C6469B9}"/>
              </a:ext>
            </a:extLst>
          </p:cNvPr>
          <p:cNvSpPr txBox="1">
            <a:spLocks/>
          </p:cNvSpPr>
          <p:nvPr/>
        </p:nvSpPr>
        <p:spPr>
          <a:xfrm>
            <a:off x="391001" y="6092930"/>
            <a:ext cx="3102430" cy="722849"/>
          </a:xfrm>
          <a:prstGeom prst="rect">
            <a:avLst/>
          </a:prstGeom>
        </p:spPr>
        <p:txBody>
          <a:bodyPr vert="horz" lIns="0" tIns="0" rIns="0" bIns="0" rtlCol="0" anchor="t">
            <a:noAutofit/>
          </a:bodyPr>
          <a:lstStyle>
            <a:lvl1pPr marL="285750" indent="-285750" algn="l" defTabSz="914400" rtl="0" eaLnBrk="1" latinLnBrk="0" hangingPunct="1">
              <a:lnSpc>
                <a:spcPct val="90000"/>
              </a:lnSpc>
              <a:spcBef>
                <a:spcPts val="1000"/>
              </a:spcBef>
              <a:buFont typeface="Arial" panose="020B0604020202020204" pitchFamily="34" charset="0"/>
              <a:buChar char="•"/>
              <a:defRPr sz="1800" kern="1200">
                <a:solidFill>
                  <a:schemeClr val="bg1"/>
                </a:solidFill>
                <a:latin typeface="+mn-lt"/>
                <a:ea typeface="+mn-ea"/>
                <a:cs typeface="Arial" panose="020B0604020202020204" pitchFamily="34" charset="0"/>
              </a:defRPr>
            </a:lvl1pPr>
            <a:lvl2pPr marL="411480" indent="-228600" algn="l" defTabSz="914400" rtl="0" eaLnBrk="1" latinLnBrk="0" hangingPunct="1">
              <a:lnSpc>
                <a:spcPct val="90000"/>
              </a:lnSpc>
              <a:spcBef>
                <a:spcPts val="500"/>
              </a:spcBef>
              <a:buFont typeface="Arial" panose="020B0604020202020204" pitchFamily="34" charset="0"/>
              <a:buChar char="•"/>
              <a:defRPr sz="1600" kern="1200">
                <a:solidFill>
                  <a:schemeClr val="bg1"/>
                </a:solidFill>
                <a:latin typeface="+mn-lt"/>
                <a:ea typeface="+mn-ea"/>
                <a:cs typeface="Arial" panose="020B0604020202020204" pitchFamily="34" charset="0"/>
              </a:defRPr>
            </a:lvl2pPr>
            <a:lvl3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solidFill>
                <a:latin typeface="+mn-lt"/>
                <a:ea typeface="+mn-ea"/>
                <a:cs typeface="Arial" panose="020B0604020202020204" pitchFamily="34" charset="0"/>
              </a:defRPr>
            </a:lvl3pPr>
            <a:lvl4pPr marL="1051560" indent="-228600" algn="l" defTabSz="914400" rtl="0" eaLnBrk="1" latinLnBrk="0" hangingPunct="1">
              <a:lnSpc>
                <a:spcPct val="90000"/>
              </a:lnSpc>
              <a:spcBef>
                <a:spcPts val="500"/>
              </a:spcBef>
              <a:buFont typeface="Arial" panose="020B0604020202020204" pitchFamily="34" charset="0"/>
              <a:buChar char="•"/>
              <a:defRPr sz="1200" kern="1200">
                <a:solidFill>
                  <a:schemeClr val="bg1"/>
                </a:solidFill>
                <a:latin typeface="+mn-lt"/>
                <a:ea typeface="+mn-ea"/>
                <a:cs typeface="Arial" panose="020B0604020202020204" pitchFamily="34" charset="0"/>
              </a:defRPr>
            </a:lvl4pPr>
            <a:lvl5pPr marL="1417320" indent="-228600" algn="l" defTabSz="914400" rtl="0" eaLnBrk="1" latinLnBrk="0" hangingPunct="1">
              <a:lnSpc>
                <a:spcPct val="90000"/>
              </a:lnSpc>
              <a:spcBef>
                <a:spcPts val="500"/>
              </a:spcBef>
              <a:buFont typeface="Arial" panose="020B0604020202020204" pitchFamily="34" charset="0"/>
              <a:buChar char="•"/>
              <a:defRPr sz="1000" kern="1200">
                <a:solidFill>
                  <a:schemeClr val="bg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000" dirty="0">
                <a:latin typeface="Segoe UI"/>
                <a:cs typeface="Arial"/>
              </a:rPr>
              <a:t>Dr. </a:t>
            </a:r>
            <a:r>
              <a:rPr lang="en-US" sz="2000" dirty="0" err="1">
                <a:latin typeface="Segoe UI"/>
                <a:cs typeface="Arial"/>
              </a:rPr>
              <a:t>Ramu</a:t>
            </a:r>
            <a:r>
              <a:rPr lang="en-US" sz="2000" dirty="0">
                <a:latin typeface="Segoe UI"/>
                <a:cs typeface="Arial"/>
              </a:rPr>
              <a:t> Ramachandran</a:t>
            </a:r>
          </a:p>
          <a:p>
            <a:pPr marL="0" indent="0" algn="ctr">
              <a:buFont typeface="Arial" panose="020B0604020202020204" pitchFamily="34" charset="0"/>
              <a:buNone/>
            </a:pPr>
            <a:r>
              <a:rPr lang="en-US" sz="2000" dirty="0">
                <a:latin typeface="Segoe UI"/>
                <a:cs typeface="Arial"/>
              </a:rPr>
              <a:t>Associate VP of Research</a:t>
            </a:r>
            <a:endParaRPr lang="en-US" sz="2000" dirty="0">
              <a:latin typeface="Segoe UI"/>
            </a:endParaRPr>
          </a:p>
        </p:txBody>
      </p:sp>
      <p:sp>
        <p:nvSpPr>
          <p:cNvPr id="17" name="Text Placeholder 14">
            <a:extLst>
              <a:ext uri="{FF2B5EF4-FFF2-40B4-BE49-F238E27FC236}">
                <a16:creationId xmlns:a16="http://schemas.microsoft.com/office/drawing/2014/main" id="{EEDF7326-090E-4668-BA08-C777A78966B8}"/>
              </a:ext>
            </a:extLst>
          </p:cNvPr>
          <p:cNvSpPr txBox="1">
            <a:spLocks/>
          </p:cNvSpPr>
          <p:nvPr/>
        </p:nvSpPr>
        <p:spPr>
          <a:xfrm>
            <a:off x="4226765" y="6092931"/>
            <a:ext cx="3738465" cy="722849"/>
          </a:xfrm>
          <a:prstGeom prst="rect">
            <a:avLst/>
          </a:prstGeom>
        </p:spPr>
        <p:txBody>
          <a:bodyPr vert="horz" lIns="0" tIns="0" rIns="0" bIns="0" rtlCol="0" anchor="t">
            <a:noAutofit/>
          </a:bodyPr>
          <a:lstStyle>
            <a:lvl1pPr marL="285750" indent="-285750" algn="l" defTabSz="914400" rtl="0" eaLnBrk="1" latinLnBrk="0" hangingPunct="1">
              <a:lnSpc>
                <a:spcPct val="90000"/>
              </a:lnSpc>
              <a:spcBef>
                <a:spcPts val="1000"/>
              </a:spcBef>
              <a:buFont typeface="Arial" panose="020B0604020202020204" pitchFamily="34" charset="0"/>
              <a:buChar char="•"/>
              <a:defRPr sz="1800" kern="1200">
                <a:solidFill>
                  <a:schemeClr val="bg1"/>
                </a:solidFill>
                <a:latin typeface="+mn-lt"/>
                <a:ea typeface="+mn-ea"/>
                <a:cs typeface="Arial" panose="020B0604020202020204" pitchFamily="34" charset="0"/>
              </a:defRPr>
            </a:lvl1pPr>
            <a:lvl2pPr marL="411480" indent="-228600" algn="l" defTabSz="914400" rtl="0" eaLnBrk="1" latinLnBrk="0" hangingPunct="1">
              <a:lnSpc>
                <a:spcPct val="90000"/>
              </a:lnSpc>
              <a:spcBef>
                <a:spcPts val="500"/>
              </a:spcBef>
              <a:buFont typeface="Arial" panose="020B0604020202020204" pitchFamily="34" charset="0"/>
              <a:buChar char="•"/>
              <a:defRPr sz="1600" kern="1200">
                <a:solidFill>
                  <a:schemeClr val="bg1"/>
                </a:solidFill>
                <a:latin typeface="+mn-lt"/>
                <a:ea typeface="+mn-ea"/>
                <a:cs typeface="Arial" panose="020B0604020202020204" pitchFamily="34" charset="0"/>
              </a:defRPr>
            </a:lvl2pPr>
            <a:lvl3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solidFill>
                <a:latin typeface="+mn-lt"/>
                <a:ea typeface="+mn-ea"/>
                <a:cs typeface="Arial" panose="020B0604020202020204" pitchFamily="34" charset="0"/>
              </a:defRPr>
            </a:lvl3pPr>
            <a:lvl4pPr marL="1051560" indent="-228600" algn="l" defTabSz="914400" rtl="0" eaLnBrk="1" latinLnBrk="0" hangingPunct="1">
              <a:lnSpc>
                <a:spcPct val="90000"/>
              </a:lnSpc>
              <a:spcBef>
                <a:spcPts val="500"/>
              </a:spcBef>
              <a:buFont typeface="Arial" panose="020B0604020202020204" pitchFamily="34" charset="0"/>
              <a:buChar char="•"/>
              <a:defRPr sz="1200" kern="1200">
                <a:solidFill>
                  <a:schemeClr val="bg1"/>
                </a:solidFill>
                <a:latin typeface="+mn-lt"/>
                <a:ea typeface="+mn-ea"/>
                <a:cs typeface="Arial" panose="020B0604020202020204" pitchFamily="34" charset="0"/>
              </a:defRPr>
            </a:lvl4pPr>
            <a:lvl5pPr marL="1417320" indent="-228600" algn="l" defTabSz="914400" rtl="0" eaLnBrk="1" latinLnBrk="0" hangingPunct="1">
              <a:lnSpc>
                <a:spcPct val="90000"/>
              </a:lnSpc>
              <a:spcBef>
                <a:spcPts val="500"/>
              </a:spcBef>
              <a:buFont typeface="Arial" panose="020B0604020202020204" pitchFamily="34" charset="0"/>
              <a:buChar char="•"/>
              <a:defRPr sz="1000" kern="1200">
                <a:solidFill>
                  <a:schemeClr val="bg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000" dirty="0">
                <a:latin typeface="Segoe UI"/>
                <a:cs typeface="Arial"/>
              </a:rPr>
              <a:t>Cami Geisman</a:t>
            </a:r>
          </a:p>
          <a:p>
            <a:pPr marL="0" indent="0" algn="ctr">
              <a:buFont typeface="Arial" panose="020B0604020202020204" pitchFamily="34" charset="0"/>
              <a:buNone/>
            </a:pPr>
            <a:r>
              <a:rPr lang="en-US" sz="2000" dirty="0">
                <a:latin typeface="Segoe UI"/>
                <a:cs typeface="Arial"/>
              </a:rPr>
              <a:t>VP of External Affairs</a:t>
            </a:r>
            <a:endParaRPr lang="en-US" sz="2000" dirty="0">
              <a:latin typeface="Segoe UI"/>
            </a:endParaRPr>
          </a:p>
        </p:txBody>
      </p:sp>
      <p:sp>
        <p:nvSpPr>
          <p:cNvPr id="18" name="Text Placeholder 14">
            <a:extLst>
              <a:ext uri="{FF2B5EF4-FFF2-40B4-BE49-F238E27FC236}">
                <a16:creationId xmlns:a16="http://schemas.microsoft.com/office/drawing/2014/main" id="{98D3A6E2-120C-4ED2-BA43-34160783CBFD}"/>
              </a:ext>
            </a:extLst>
          </p:cNvPr>
          <p:cNvSpPr txBox="1">
            <a:spLocks/>
          </p:cNvSpPr>
          <p:nvPr/>
        </p:nvSpPr>
        <p:spPr>
          <a:xfrm>
            <a:off x="8820203" y="6117638"/>
            <a:ext cx="2857394" cy="722849"/>
          </a:xfrm>
          <a:prstGeom prst="rect">
            <a:avLst/>
          </a:prstGeom>
        </p:spPr>
        <p:txBody>
          <a:bodyPr vert="horz" lIns="0" tIns="0" rIns="0" bIns="0" rtlCol="0" anchor="t">
            <a:noAutofit/>
          </a:bodyPr>
          <a:lstStyle>
            <a:lvl1pPr marL="285750" indent="-285750" algn="l" defTabSz="914400" rtl="0" eaLnBrk="1" latinLnBrk="0" hangingPunct="1">
              <a:lnSpc>
                <a:spcPct val="90000"/>
              </a:lnSpc>
              <a:spcBef>
                <a:spcPts val="1000"/>
              </a:spcBef>
              <a:buFont typeface="Arial" panose="020B0604020202020204" pitchFamily="34" charset="0"/>
              <a:buChar char="•"/>
              <a:defRPr sz="1800" kern="1200">
                <a:solidFill>
                  <a:schemeClr val="bg1"/>
                </a:solidFill>
                <a:latin typeface="+mn-lt"/>
                <a:ea typeface="+mn-ea"/>
                <a:cs typeface="Arial" panose="020B0604020202020204" pitchFamily="34" charset="0"/>
              </a:defRPr>
            </a:lvl1pPr>
            <a:lvl2pPr marL="411480" indent="-228600" algn="l" defTabSz="914400" rtl="0" eaLnBrk="1" latinLnBrk="0" hangingPunct="1">
              <a:lnSpc>
                <a:spcPct val="90000"/>
              </a:lnSpc>
              <a:spcBef>
                <a:spcPts val="500"/>
              </a:spcBef>
              <a:buFont typeface="Arial" panose="020B0604020202020204" pitchFamily="34" charset="0"/>
              <a:buChar char="•"/>
              <a:defRPr sz="1600" kern="1200">
                <a:solidFill>
                  <a:schemeClr val="bg1"/>
                </a:solidFill>
                <a:latin typeface="+mn-lt"/>
                <a:ea typeface="+mn-ea"/>
                <a:cs typeface="Arial" panose="020B0604020202020204" pitchFamily="34" charset="0"/>
              </a:defRPr>
            </a:lvl2pPr>
            <a:lvl3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solidFill>
                <a:latin typeface="+mn-lt"/>
                <a:ea typeface="+mn-ea"/>
                <a:cs typeface="Arial" panose="020B0604020202020204" pitchFamily="34" charset="0"/>
              </a:defRPr>
            </a:lvl3pPr>
            <a:lvl4pPr marL="1051560" indent="-228600" algn="l" defTabSz="914400" rtl="0" eaLnBrk="1" latinLnBrk="0" hangingPunct="1">
              <a:lnSpc>
                <a:spcPct val="90000"/>
              </a:lnSpc>
              <a:spcBef>
                <a:spcPts val="500"/>
              </a:spcBef>
              <a:buFont typeface="Arial" panose="020B0604020202020204" pitchFamily="34" charset="0"/>
              <a:buChar char="•"/>
              <a:defRPr sz="1200" kern="1200">
                <a:solidFill>
                  <a:schemeClr val="bg1"/>
                </a:solidFill>
                <a:latin typeface="+mn-lt"/>
                <a:ea typeface="+mn-ea"/>
                <a:cs typeface="Arial" panose="020B0604020202020204" pitchFamily="34" charset="0"/>
              </a:defRPr>
            </a:lvl4pPr>
            <a:lvl5pPr marL="1417320" indent="-228600" algn="l" defTabSz="914400" rtl="0" eaLnBrk="1" latinLnBrk="0" hangingPunct="1">
              <a:lnSpc>
                <a:spcPct val="90000"/>
              </a:lnSpc>
              <a:spcBef>
                <a:spcPts val="500"/>
              </a:spcBef>
              <a:buFont typeface="Arial" panose="020B0604020202020204" pitchFamily="34" charset="0"/>
              <a:buChar char="•"/>
              <a:defRPr sz="1000" kern="1200">
                <a:solidFill>
                  <a:schemeClr val="bg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000" dirty="0">
                <a:latin typeface="Segoe UI"/>
                <a:cs typeface="Arial"/>
              </a:rPr>
              <a:t>Dr. Tom Hoover</a:t>
            </a:r>
          </a:p>
          <a:p>
            <a:pPr marL="0" indent="0" algn="ctr">
              <a:buFont typeface="Arial" panose="020B0604020202020204" pitchFamily="34" charset="0"/>
              <a:buNone/>
            </a:pPr>
            <a:r>
              <a:rPr lang="en-US" sz="2000" dirty="0">
                <a:latin typeface="Segoe UI"/>
                <a:cs typeface="Arial"/>
              </a:rPr>
              <a:t>Chief Information Officer</a:t>
            </a:r>
            <a:endParaRPr lang="en-US" sz="2000" dirty="0">
              <a:latin typeface="Segoe UI"/>
            </a:endParaRPr>
          </a:p>
        </p:txBody>
      </p:sp>
    </p:spTree>
    <p:extLst>
      <p:ext uri="{BB962C8B-B14F-4D97-AF65-F5344CB8AC3E}">
        <p14:creationId xmlns:p14="http://schemas.microsoft.com/office/powerpoint/2010/main" val="25064764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C90817E-5D17-45A5-8335-4C95D1C2A28C}"/>
              </a:ext>
            </a:extLst>
          </p:cNvPr>
          <p:cNvSpPr>
            <a:spLocks noGrp="1"/>
          </p:cNvSpPr>
          <p:nvPr>
            <p:ph type="title"/>
          </p:nvPr>
        </p:nvSpPr>
        <p:spPr>
          <a:xfrm>
            <a:off x="811183" y="164028"/>
            <a:ext cx="10569634" cy="1801793"/>
          </a:xfrm>
        </p:spPr>
        <p:txBody>
          <a:bodyPr/>
          <a:lstStyle/>
          <a:p>
            <a:pPr algn="ctr"/>
            <a:r>
              <a:rPr lang="en-US" sz="8000" dirty="0"/>
              <a:t>COLLEGE DEANS</a:t>
            </a:r>
          </a:p>
        </p:txBody>
      </p:sp>
      <p:pic>
        <p:nvPicPr>
          <p:cNvPr id="8" name="Picture 7">
            <a:extLst>
              <a:ext uri="{FF2B5EF4-FFF2-40B4-BE49-F238E27FC236}">
                <a16:creationId xmlns:a16="http://schemas.microsoft.com/office/drawing/2014/main" id="{8531C8F7-6435-4D37-A7F5-38ADDD2234A9}"/>
              </a:ext>
            </a:extLst>
          </p:cNvPr>
          <p:cNvPicPr>
            <a:picLocks noChangeAspect="1"/>
          </p:cNvPicPr>
          <p:nvPr/>
        </p:nvPicPr>
        <p:blipFill>
          <a:blip r:embed="rId3"/>
          <a:stretch>
            <a:fillRect/>
          </a:stretch>
        </p:blipFill>
        <p:spPr>
          <a:xfrm>
            <a:off x="503627" y="1371036"/>
            <a:ext cx="2971800" cy="2971800"/>
          </a:xfrm>
          <a:prstGeom prst="ellipse">
            <a:avLst/>
          </a:prstGeom>
          <a:ln w="38100">
            <a:solidFill>
              <a:srgbClr val="FFFFFF"/>
            </a:solidFill>
          </a:ln>
        </p:spPr>
      </p:pic>
      <p:pic>
        <p:nvPicPr>
          <p:cNvPr id="10" name="Picture 9">
            <a:extLst>
              <a:ext uri="{FF2B5EF4-FFF2-40B4-BE49-F238E27FC236}">
                <a16:creationId xmlns:a16="http://schemas.microsoft.com/office/drawing/2014/main" id="{631E03C2-029D-4962-A68F-0C634C8A91AD}"/>
              </a:ext>
            </a:extLst>
          </p:cNvPr>
          <p:cNvPicPr>
            <a:picLocks/>
          </p:cNvPicPr>
          <p:nvPr/>
        </p:nvPicPr>
        <p:blipFill rotWithShape="1">
          <a:blip r:embed="rId4" cstate="screen">
            <a:extLst>
              <a:ext uri="{28A0092B-C50C-407E-A947-70E740481C1C}">
                <a14:useLocalDpi xmlns:a14="http://schemas.microsoft.com/office/drawing/2010/main"/>
              </a:ext>
            </a:extLst>
          </a:blip>
          <a:srcRect/>
          <a:stretch/>
        </p:blipFill>
        <p:spPr>
          <a:xfrm>
            <a:off x="4724399" y="1365392"/>
            <a:ext cx="2971800" cy="2971800"/>
          </a:xfrm>
          <a:prstGeom prst="ellipse">
            <a:avLst/>
          </a:prstGeom>
          <a:ln w="38100">
            <a:solidFill>
              <a:srgbClr val="FFFFFF"/>
            </a:solidFill>
          </a:ln>
        </p:spPr>
      </p:pic>
      <p:pic>
        <p:nvPicPr>
          <p:cNvPr id="14" name="Picture 13">
            <a:extLst>
              <a:ext uri="{FF2B5EF4-FFF2-40B4-BE49-F238E27FC236}">
                <a16:creationId xmlns:a16="http://schemas.microsoft.com/office/drawing/2014/main" id="{A6EA47B8-1DD9-4B8A-8C32-21262A6E8908}"/>
              </a:ext>
            </a:extLst>
          </p:cNvPr>
          <p:cNvPicPr>
            <a:picLocks noChangeAspect="1"/>
          </p:cNvPicPr>
          <p:nvPr/>
        </p:nvPicPr>
        <p:blipFill>
          <a:blip r:embed="rId5"/>
          <a:stretch>
            <a:fillRect/>
          </a:stretch>
        </p:blipFill>
        <p:spPr>
          <a:xfrm>
            <a:off x="2667613" y="3745428"/>
            <a:ext cx="2971800" cy="2971800"/>
          </a:xfrm>
          <a:prstGeom prst="ellipse">
            <a:avLst/>
          </a:prstGeom>
          <a:ln w="38100">
            <a:solidFill>
              <a:srgbClr val="FFFFFF"/>
            </a:solidFill>
          </a:ln>
        </p:spPr>
      </p:pic>
      <p:pic>
        <p:nvPicPr>
          <p:cNvPr id="16" name="Picture 15">
            <a:extLst>
              <a:ext uri="{FF2B5EF4-FFF2-40B4-BE49-F238E27FC236}">
                <a16:creationId xmlns:a16="http://schemas.microsoft.com/office/drawing/2014/main" id="{FFB8312E-4812-4BB4-9FCB-26E7D5E699FC}"/>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788540" y="3737731"/>
            <a:ext cx="2971800" cy="2971800"/>
          </a:xfrm>
          <a:prstGeom prst="ellipse">
            <a:avLst/>
          </a:prstGeom>
          <a:ln w="38100">
            <a:solidFill>
              <a:srgbClr val="FFFFFF"/>
            </a:solidFill>
          </a:ln>
        </p:spPr>
      </p:pic>
      <p:pic>
        <p:nvPicPr>
          <p:cNvPr id="18" name="Picture 17">
            <a:extLst>
              <a:ext uri="{FF2B5EF4-FFF2-40B4-BE49-F238E27FC236}">
                <a16:creationId xmlns:a16="http://schemas.microsoft.com/office/drawing/2014/main" id="{9DD44E41-95BE-41F2-8B22-215A335013F6}"/>
              </a:ext>
            </a:extLst>
          </p:cNvPr>
          <p:cNvPicPr>
            <a:picLocks/>
          </p:cNvPicPr>
          <p:nvPr/>
        </p:nvPicPr>
        <p:blipFill rotWithShape="1">
          <a:blip r:embed="rId7" cstate="screen">
            <a:extLst>
              <a:ext uri="{28A0092B-C50C-407E-A947-70E740481C1C}">
                <a14:useLocalDpi xmlns:a14="http://schemas.microsoft.com/office/drawing/2010/main"/>
              </a:ext>
            </a:extLst>
          </a:blip>
          <a:srcRect/>
          <a:stretch/>
        </p:blipFill>
        <p:spPr>
          <a:xfrm>
            <a:off x="8836075" y="1379607"/>
            <a:ext cx="2971800" cy="2971800"/>
          </a:xfrm>
          <a:prstGeom prst="ellipse">
            <a:avLst/>
          </a:prstGeom>
          <a:ln w="38100">
            <a:solidFill>
              <a:srgbClr val="FFFFFF"/>
            </a:solidFill>
          </a:ln>
        </p:spPr>
      </p:pic>
      <p:pic>
        <p:nvPicPr>
          <p:cNvPr id="3" name="COB">
            <a:extLst>
              <a:ext uri="{FF2B5EF4-FFF2-40B4-BE49-F238E27FC236}">
                <a16:creationId xmlns:a16="http://schemas.microsoft.com/office/drawing/2014/main" id="{0D02FB04-7AFB-4F4D-8D3B-700FFB943472}"/>
              </a:ext>
            </a:extLst>
          </p:cNvPr>
          <p:cNvPicPr>
            <a:picLocks noChangeAspect="1"/>
          </p:cNvPicPr>
          <p:nvPr/>
        </p:nvPicPr>
        <p:blipFill rotWithShape="1">
          <a:blip r:embed="rId8" cstate="screen">
            <a:extLst>
              <a:ext uri="{28A0092B-C50C-407E-A947-70E740481C1C}">
                <a14:useLocalDpi xmlns:a14="http://schemas.microsoft.com/office/drawing/2010/main"/>
              </a:ext>
            </a:extLst>
          </a:blip>
          <a:srcRect/>
          <a:stretch/>
        </p:blipFill>
        <p:spPr>
          <a:xfrm>
            <a:off x="2659286" y="3733800"/>
            <a:ext cx="2971800" cy="2971800"/>
          </a:xfrm>
          <a:prstGeom prst="ellipse">
            <a:avLst/>
          </a:prstGeom>
        </p:spPr>
      </p:pic>
      <p:pic>
        <p:nvPicPr>
          <p:cNvPr id="5" name="COES">
            <a:extLst>
              <a:ext uri="{FF2B5EF4-FFF2-40B4-BE49-F238E27FC236}">
                <a16:creationId xmlns:a16="http://schemas.microsoft.com/office/drawing/2014/main" id="{DB2FC803-63A8-466C-AB21-0C657FFF9CE9}"/>
              </a:ext>
            </a:extLst>
          </p:cNvPr>
          <p:cNvPicPr>
            <a:picLocks noChangeAspect="1"/>
          </p:cNvPicPr>
          <p:nvPr/>
        </p:nvPicPr>
        <p:blipFill rotWithShape="1">
          <a:blip r:embed="rId9" cstate="screen">
            <a:extLst>
              <a:ext uri="{28A0092B-C50C-407E-A947-70E740481C1C}">
                <a14:useLocalDpi xmlns:a14="http://schemas.microsoft.com/office/drawing/2010/main"/>
              </a:ext>
            </a:extLst>
          </a:blip>
          <a:srcRect/>
          <a:stretch/>
        </p:blipFill>
        <p:spPr>
          <a:xfrm>
            <a:off x="6782111" y="3734561"/>
            <a:ext cx="2971800" cy="2971800"/>
          </a:xfrm>
          <a:prstGeom prst="ellipse">
            <a:avLst/>
          </a:prstGeom>
        </p:spPr>
      </p:pic>
      <p:pic>
        <p:nvPicPr>
          <p:cNvPr id="9" name="ANS">
            <a:extLst>
              <a:ext uri="{FF2B5EF4-FFF2-40B4-BE49-F238E27FC236}">
                <a16:creationId xmlns:a16="http://schemas.microsoft.com/office/drawing/2014/main" id="{3CCD96B6-E2E5-487E-AC04-FDF05BD3A254}"/>
              </a:ext>
            </a:extLst>
          </p:cNvPr>
          <p:cNvPicPr>
            <a:picLocks noChangeAspect="1"/>
          </p:cNvPicPr>
          <p:nvPr/>
        </p:nvPicPr>
        <p:blipFill rotWithShape="1">
          <a:blip r:embed="rId10" cstate="screen">
            <a:extLst>
              <a:ext uri="{28A0092B-C50C-407E-A947-70E740481C1C}">
                <a14:useLocalDpi xmlns:a14="http://schemas.microsoft.com/office/drawing/2010/main"/>
              </a:ext>
            </a:extLst>
          </a:blip>
          <a:srcRect l="-102" t="-193"/>
          <a:stretch/>
        </p:blipFill>
        <p:spPr>
          <a:xfrm>
            <a:off x="503627" y="1369625"/>
            <a:ext cx="2971800" cy="2971800"/>
          </a:xfrm>
          <a:prstGeom prst="ellipse">
            <a:avLst/>
          </a:prstGeom>
        </p:spPr>
      </p:pic>
      <p:pic>
        <p:nvPicPr>
          <p:cNvPr id="15" name="COLA">
            <a:extLst>
              <a:ext uri="{FF2B5EF4-FFF2-40B4-BE49-F238E27FC236}">
                <a16:creationId xmlns:a16="http://schemas.microsoft.com/office/drawing/2014/main" id="{FC3AB02B-5B57-4582-96C4-057DC7F832BA}"/>
              </a:ext>
            </a:extLst>
          </p:cNvPr>
          <p:cNvPicPr>
            <a:picLocks noChangeAspect="1"/>
          </p:cNvPicPr>
          <p:nvPr/>
        </p:nvPicPr>
        <p:blipFill rotWithShape="1">
          <a:blip r:embed="rId11" cstate="screen">
            <a:extLst>
              <a:ext uri="{28A0092B-C50C-407E-A947-70E740481C1C}">
                <a14:useLocalDpi xmlns:a14="http://schemas.microsoft.com/office/drawing/2010/main"/>
              </a:ext>
            </a:extLst>
          </a:blip>
          <a:srcRect/>
          <a:stretch/>
        </p:blipFill>
        <p:spPr>
          <a:xfrm>
            <a:off x="8827748" y="1391000"/>
            <a:ext cx="2971800" cy="2971800"/>
          </a:xfrm>
          <a:prstGeom prst="ellipse">
            <a:avLst/>
          </a:prstGeom>
        </p:spPr>
      </p:pic>
      <p:pic>
        <p:nvPicPr>
          <p:cNvPr id="20" name="CEHS">
            <a:extLst>
              <a:ext uri="{FF2B5EF4-FFF2-40B4-BE49-F238E27FC236}">
                <a16:creationId xmlns:a16="http://schemas.microsoft.com/office/drawing/2014/main" id="{8AA1621B-59D2-4E19-8C4F-E2A89160F496}"/>
              </a:ext>
            </a:extLst>
          </p:cNvPr>
          <p:cNvPicPr>
            <a:picLocks noChangeAspect="1"/>
          </p:cNvPicPr>
          <p:nvPr/>
        </p:nvPicPr>
        <p:blipFill rotWithShape="1">
          <a:blip r:embed="rId12" cstate="screen">
            <a:extLst>
              <a:ext uri="{28A0092B-C50C-407E-A947-70E740481C1C}">
                <a14:useLocalDpi xmlns:a14="http://schemas.microsoft.com/office/drawing/2010/main"/>
              </a:ext>
            </a:extLst>
          </a:blip>
          <a:srcRect/>
          <a:stretch/>
        </p:blipFill>
        <p:spPr>
          <a:xfrm>
            <a:off x="4728931" y="1342011"/>
            <a:ext cx="2971800" cy="2971800"/>
          </a:xfrm>
          <a:prstGeom prst="ellipse">
            <a:avLst/>
          </a:prstGeom>
        </p:spPr>
      </p:pic>
      <p:sp>
        <p:nvSpPr>
          <p:cNvPr id="21" name="Oval 20">
            <a:extLst>
              <a:ext uri="{FF2B5EF4-FFF2-40B4-BE49-F238E27FC236}">
                <a16:creationId xmlns:a16="http://schemas.microsoft.com/office/drawing/2014/main" id="{EC238980-FD7F-43F4-820D-0F30D622DFD6}"/>
              </a:ext>
            </a:extLst>
          </p:cNvPr>
          <p:cNvSpPr/>
          <p:nvPr/>
        </p:nvSpPr>
        <p:spPr>
          <a:xfrm>
            <a:off x="495300" y="1357997"/>
            <a:ext cx="2971800" cy="2971800"/>
          </a:xfrm>
          <a:prstGeom prst="ellipse">
            <a:avLst/>
          </a:prstGeom>
          <a:solidFill>
            <a:srgbClr val="C00000">
              <a:alpha val="3294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dirty="0">
                <a:ln w="0"/>
                <a:solidFill>
                  <a:srgbClr val="FFFFFF"/>
                </a:solidFill>
                <a:effectLst>
                  <a:outerShdw blurRad="38100" dist="19050" dir="2700000" algn="tl" rotWithShape="0">
                    <a:schemeClr val="dk1">
                      <a:alpha val="40000"/>
                    </a:schemeClr>
                  </a:outerShdw>
                </a:effectLst>
              </a:rPr>
              <a:t>Dr. Gary Kennedy</a:t>
            </a:r>
          </a:p>
        </p:txBody>
      </p:sp>
      <p:sp>
        <p:nvSpPr>
          <p:cNvPr id="27" name="Oval 26">
            <a:extLst>
              <a:ext uri="{FF2B5EF4-FFF2-40B4-BE49-F238E27FC236}">
                <a16:creationId xmlns:a16="http://schemas.microsoft.com/office/drawing/2014/main" id="{C33F4A5C-F909-47E9-839A-3A4F1FFCE7C9}"/>
              </a:ext>
            </a:extLst>
          </p:cNvPr>
          <p:cNvSpPr/>
          <p:nvPr/>
        </p:nvSpPr>
        <p:spPr>
          <a:xfrm>
            <a:off x="2672145" y="3722172"/>
            <a:ext cx="2971800" cy="2971800"/>
          </a:xfrm>
          <a:prstGeom prst="ellipse">
            <a:avLst/>
          </a:prstGeom>
          <a:solidFill>
            <a:srgbClr val="FFFFFF">
              <a:alpha val="3294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dirty="0">
                <a:ln w="0"/>
                <a:solidFill>
                  <a:srgbClr val="FFFFFF"/>
                </a:solidFill>
                <a:effectLst>
                  <a:outerShdw blurRad="38100" dist="19050" dir="2700000" algn="tl" rotWithShape="0">
                    <a:schemeClr val="dk1">
                      <a:alpha val="40000"/>
                    </a:schemeClr>
                  </a:outerShdw>
                </a:effectLst>
              </a:rPr>
              <a:t>Dr. Chris Martin</a:t>
            </a:r>
          </a:p>
        </p:txBody>
      </p:sp>
      <p:sp>
        <p:nvSpPr>
          <p:cNvPr id="28" name="Oval 27">
            <a:extLst>
              <a:ext uri="{FF2B5EF4-FFF2-40B4-BE49-F238E27FC236}">
                <a16:creationId xmlns:a16="http://schemas.microsoft.com/office/drawing/2014/main" id="{43B92104-335E-4E12-92CD-A58C59733F7A}"/>
              </a:ext>
            </a:extLst>
          </p:cNvPr>
          <p:cNvSpPr/>
          <p:nvPr/>
        </p:nvSpPr>
        <p:spPr>
          <a:xfrm>
            <a:off x="4698494" y="1362222"/>
            <a:ext cx="2971800" cy="2971800"/>
          </a:xfrm>
          <a:prstGeom prst="ellipse">
            <a:avLst/>
          </a:prstGeom>
          <a:solidFill>
            <a:srgbClr val="003087">
              <a:alpha val="3294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dirty="0">
                <a:ln w="0"/>
                <a:solidFill>
                  <a:srgbClr val="FFFFFF"/>
                </a:solidFill>
                <a:effectLst>
                  <a:outerShdw blurRad="38100" dist="19050" dir="2700000" algn="tl" rotWithShape="0">
                    <a:schemeClr val="dk1">
                      <a:alpha val="40000"/>
                    </a:schemeClr>
                  </a:outerShdw>
                </a:effectLst>
              </a:rPr>
              <a:t>Dr. Henrietta Pichon</a:t>
            </a:r>
          </a:p>
        </p:txBody>
      </p:sp>
      <p:sp>
        <p:nvSpPr>
          <p:cNvPr id="29" name="Oval 28">
            <a:extLst>
              <a:ext uri="{FF2B5EF4-FFF2-40B4-BE49-F238E27FC236}">
                <a16:creationId xmlns:a16="http://schemas.microsoft.com/office/drawing/2014/main" id="{32B75592-F943-4FE2-ACBF-CCF5F174815B}"/>
              </a:ext>
            </a:extLst>
          </p:cNvPr>
          <p:cNvSpPr/>
          <p:nvPr/>
        </p:nvSpPr>
        <p:spPr>
          <a:xfrm>
            <a:off x="6766430" y="3747018"/>
            <a:ext cx="2971800" cy="2971800"/>
          </a:xfrm>
          <a:prstGeom prst="ellipse">
            <a:avLst/>
          </a:prstGeom>
          <a:solidFill>
            <a:srgbClr val="FFFFFF">
              <a:alpha val="3294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dirty="0">
                <a:ln w="0"/>
                <a:solidFill>
                  <a:srgbClr val="FFFFFF"/>
                </a:solidFill>
                <a:effectLst>
                  <a:outerShdw blurRad="38100" dist="19050" dir="2700000" algn="tl" rotWithShape="0">
                    <a:schemeClr val="dk1">
                      <a:alpha val="40000"/>
                    </a:schemeClr>
                  </a:outerShdw>
                </a:effectLst>
              </a:rPr>
              <a:t>Dr. Colin Wick</a:t>
            </a:r>
          </a:p>
        </p:txBody>
      </p:sp>
      <p:sp>
        <p:nvSpPr>
          <p:cNvPr id="30" name="Oval 29">
            <a:extLst>
              <a:ext uri="{FF2B5EF4-FFF2-40B4-BE49-F238E27FC236}">
                <a16:creationId xmlns:a16="http://schemas.microsoft.com/office/drawing/2014/main" id="{CCC3D1A6-75ED-414F-8423-48C89E0783EC}"/>
              </a:ext>
            </a:extLst>
          </p:cNvPr>
          <p:cNvSpPr/>
          <p:nvPr/>
        </p:nvSpPr>
        <p:spPr>
          <a:xfrm>
            <a:off x="8821319" y="1406507"/>
            <a:ext cx="2971800" cy="2971800"/>
          </a:xfrm>
          <a:prstGeom prst="ellipse">
            <a:avLst/>
          </a:prstGeom>
          <a:solidFill>
            <a:srgbClr val="C00000">
              <a:alpha val="3294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dirty="0">
                <a:ln w="0"/>
                <a:solidFill>
                  <a:srgbClr val="FFFFFF"/>
                </a:solidFill>
                <a:effectLst>
                  <a:outerShdw blurRad="38100" dist="19050" dir="2700000" algn="tl" rotWithShape="0">
                    <a:schemeClr val="dk1">
                      <a:alpha val="40000"/>
                    </a:schemeClr>
                  </a:outerShdw>
                </a:effectLst>
              </a:rPr>
              <a:t>Mr. Karl Puljak</a:t>
            </a:r>
          </a:p>
        </p:txBody>
      </p:sp>
    </p:spTree>
    <p:extLst>
      <p:ext uri="{BB962C8B-B14F-4D97-AF65-F5344CB8AC3E}">
        <p14:creationId xmlns:p14="http://schemas.microsoft.com/office/powerpoint/2010/main" val="4049949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ppt_x"/>
                                          </p:val>
                                        </p:tav>
                                        <p:tav tm="100000">
                                          <p:val>
                                            <p:strVal val="#ppt_x"/>
                                          </p:val>
                                        </p:tav>
                                      </p:tavLst>
                                    </p:anim>
                                    <p:anim calcmode="lin" valueType="num">
                                      <p:cBhvr additive="base">
                                        <p:cTn id="1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anim calcmode="lin" valueType="num">
                                      <p:cBhvr additive="base">
                                        <p:cTn id="27" dur="500" fill="hold"/>
                                        <p:tgtEl>
                                          <p:spTgt spid="20"/>
                                        </p:tgtEl>
                                        <p:attrNameLst>
                                          <p:attrName>ppt_x</p:attrName>
                                        </p:attrNameLst>
                                      </p:cBhvr>
                                      <p:tavLst>
                                        <p:tav tm="0">
                                          <p:val>
                                            <p:strVal val="#ppt_x"/>
                                          </p:val>
                                        </p:tav>
                                        <p:tav tm="100000">
                                          <p:val>
                                            <p:strVal val="#ppt_x"/>
                                          </p:val>
                                        </p:tav>
                                      </p:tavLst>
                                    </p:anim>
                                    <p:anim calcmode="lin" valueType="num">
                                      <p:cBhvr additive="base">
                                        <p:cTn id="28"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anim calcmode="lin" valueType="num">
                                      <p:cBhvr additive="base">
                                        <p:cTn id="37" dur="500" fill="hold"/>
                                        <p:tgtEl>
                                          <p:spTgt spid="5"/>
                                        </p:tgtEl>
                                        <p:attrNameLst>
                                          <p:attrName>ppt_x</p:attrName>
                                        </p:attrNameLst>
                                      </p:cBhvr>
                                      <p:tavLst>
                                        <p:tav tm="0">
                                          <p:val>
                                            <p:strVal val="#ppt_x"/>
                                          </p:val>
                                        </p:tav>
                                        <p:tav tm="100000">
                                          <p:val>
                                            <p:strVal val="#ppt_x"/>
                                          </p:val>
                                        </p:tav>
                                      </p:tavLst>
                                    </p:anim>
                                    <p:anim calcmode="lin" valueType="num">
                                      <p:cBhvr additive="base">
                                        <p:cTn id="3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15"/>
                                        </p:tgtEl>
                                        <p:attrNameLst>
                                          <p:attrName>style.visibility</p:attrName>
                                        </p:attrNameLst>
                                      </p:cBhvr>
                                      <p:to>
                                        <p:strVal val="visible"/>
                                      </p:to>
                                    </p:set>
                                    <p:anim calcmode="lin" valueType="num">
                                      <p:cBhvr additive="base">
                                        <p:cTn id="47" dur="500" fill="hold"/>
                                        <p:tgtEl>
                                          <p:spTgt spid="15"/>
                                        </p:tgtEl>
                                        <p:attrNameLst>
                                          <p:attrName>ppt_x</p:attrName>
                                        </p:attrNameLst>
                                      </p:cBhvr>
                                      <p:tavLst>
                                        <p:tav tm="0">
                                          <p:val>
                                            <p:strVal val="#ppt_x"/>
                                          </p:val>
                                        </p:tav>
                                        <p:tav tm="100000">
                                          <p:val>
                                            <p:strVal val="#ppt_x"/>
                                          </p:val>
                                        </p:tav>
                                      </p:tavLst>
                                    </p:anim>
                                    <p:anim calcmode="lin" valueType="num">
                                      <p:cBhvr additive="base">
                                        <p:cTn id="4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7" grpId="0" animBg="1"/>
      <p:bldP spid="28" grpId="0" animBg="1"/>
      <p:bldP spid="29" grpId="0" animBg="1"/>
      <p:bldP spid="3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5A7019F-FB8F-0842-186B-1C366F527A19}"/>
              </a:ext>
            </a:extLst>
          </p:cNvPr>
          <p:cNvSpPr>
            <a:spLocks noGrp="1"/>
          </p:cNvSpPr>
          <p:nvPr>
            <p:ph type="title"/>
          </p:nvPr>
        </p:nvSpPr>
        <p:spPr>
          <a:xfrm>
            <a:off x="304800" y="399937"/>
            <a:ext cx="9906000" cy="876300"/>
          </a:xfrm>
        </p:spPr>
        <p:txBody>
          <a:bodyPr/>
          <a:lstStyle/>
          <a:p>
            <a:r>
              <a:rPr lang="en-US" sz="6000" dirty="0"/>
              <a:t>UNIVERSITY POLICIES</a:t>
            </a:r>
          </a:p>
        </p:txBody>
      </p:sp>
      <p:sp>
        <p:nvSpPr>
          <p:cNvPr id="9" name="Text Placeholder 4">
            <a:extLst>
              <a:ext uri="{FF2B5EF4-FFF2-40B4-BE49-F238E27FC236}">
                <a16:creationId xmlns:a16="http://schemas.microsoft.com/office/drawing/2014/main" id="{114ED654-8292-47B2-8CA4-8D44693BCAFF}"/>
              </a:ext>
            </a:extLst>
          </p:cNvPr>
          <p:cNvSpPr txBox="1">
            <a:spLocks/>
          </p:cNvSpPr>
          <p:nvPr/>
        </p:nvSpPr>
        <p:spPr>
          <a:xfrm>
            <a:off x="376334" y="1257300"/>
            <a:ext cx="5682343" cy="438151"/>
          </a:xfrm>
          <a:prstGeom prst="rect">
            <a:avLst/>
          </a:prstGeom>
        </p:spPr>
        <p:txBody>
          <a:bodyPr vert="horz" lIns="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b="1" i="0" kern="1200">
                <a:solidFill>
                  <a:schemeClr val="accent4"/>
                </a:solidFill>
                <a:latin typeface="+mj-lt"/>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b="1" i="0" kern="1200">
                <a:solidFill>
                  <a:schemeClr val="bg1"/>
                </a:solidFill>
                <a:latin typeface="Arial Black" panose="020B0604020202020204" pitchFamily="34" charset="0"/>
                <a:ea typeface="+mn-ea"/>
                <a:cs typeface="Arial Black"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Segoe UI"/>
                <a:cs typeface="Arial"/>
              </a:rPr>
              <a:t>Attendance Policy: It’s not “optional”</a:t>
            </a:r>
            <a:br>
              <a:rPr lang="en-US" dirty="0">
                <a:latin typeface="Segoe UI"/>
                <a:cs typeface="Arial"/>
              </a:rPr>
            </a:br>
            <a:endParaRPr lang="en-US" dirty="0">
              <a:latin typeface="Segoe UI"/>
            </a:endParaRPr>
          </a:p>
          <a:p>
            <a:endParaRPr lang="en-US" sz="2000" dirty="0">
              <a:latin typeface="Segoe UI Light"/>
            </a:endParaRPr>
          </a:p>
        </p:txBody>
      </p:sp>
      <p:sp>
        <p:nvSpPr>
          <p:cNvPr id="10" name="TextBox 9">
            <a:extLst>
              <a:ext uri="{FF2B5EF4-FFF2-40B4-BE49-F238E27FC236}">
                <a16:creationId xmlns:a16="http://schemas.microsoft.com/office/drawing/2014/main" id="{073FBA2F-E61D-4EDD-A412-64C1CEFA9ADB}"/>
              </a:ext>
            </a:extLst>
          </p:cNvPr>
          <p:cNvSpPr txBox="1"/>
          <p:nvPr/>
        </p:nvSpPr>
        <p:spPr>
          <a:xfrm>
            <a:off x="371091" y="1695451"/>
            <a:ext cx="9839709"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FFFFFF"/>
                </a:solidFill>
                <a:latin typeface="Segoe UI Light"/>
              </a:rPr>
              <a:t>Regardless of what you may have heard, attendance is not optional in college. While it is true that attendance policies may vary by class, it is best practice to attend class regularly in order to get all the notes, take any surprise quizzes, review for tests, and more. </a:t>
            </a:r>
            <a:endParaRPr lang="en-US" sz="1600" dirty="0">
              <a:solidFill>
                <a:srgbClr val="FFFFFF"/>
              </a:solidFill>
            </a:endParaRPr>
          </a:p>
        </p:txBody>
      </p:sp>
      <p:sp>
        <p:nvSpPr>
          <p:cNvPr id="11" name="Text Placeholder 4">
            <a:extLst>
              <a:ext uri="{FF2B5EF4-FFF2-40B4-BE49-F238E27FC236}">
                <a16:creationId xmlns:a16="http://schemas.microsoft.com/office/drawing/2014/main" id="{1BCA5394-1FF8-4B0D-AB1E-F2CF823676D8}"/>
              </a:ext>
            </a:extLst>
          </p:cNvPr>
          <p:cNvSpPr txBox="1">
            <a:spLocks/>
          </p:cNvSpPr>
          <p:nvPr/>
        </p:nvSpPr>
        <p:spPr>
          <a:xfrm>
            <a:off x="376334" y="2667000"/>
            <a:ext cx="5682343" cy="438151"/>
          </a:xfrm>
          <a:prstGeom prst="rect">
            <a:avLst/>
          </a:prstGeom>
        </p:spPr>
        <p:txBody>
          <a:bodyPr vert="horz" lIns="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b="1" i="0" kern="1200">
                <a:solidFill>
                  <a:schemeClr val="accent4"/>
                </a:solidFill>
                <a:latin typeface="+mj-lt"/>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b="1" i="0" kern="1200">
                <a:solidFill>
                  <a:schemeClr val="bg1"/>
                </a:solidFill>
                <a:latin typeface="Arial Black" panose="020B0604020202020204" pitchFamily="34" charset="0"/>
                <a:ea typeface="+mn-ea"/>
                <a:cs typeface="Arial Black"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Segoe UI"/>
                <a:cs typeface="Arial"/>
              </a:rPr>
              <a:t>Academic Standing</a:t>
            </a:r>
            <a:endParaRPr lang="en-US" dirty="0">
              <a:latin typeface="Segoe UI"/>
            </a:endParaRPr>
          </a:p>
          <a:p>
            <a:endParaRPr lang="en-US" sz="2000" dirty="0">
              <a:latin typeface="Segoe UI Light"/>
            </a:endParaRPr>
          </a:p>
        </p:txBody>
      </p:sp>
      <p:sp>
        <p:nvSpPr>
          <p:cNvPr id="12" name="TextBox 11">
            <a:extLst>
              <a:ext uri="{FF2B5EF4-FFF2-40B4-BE49-F238E27FC236}">
                <a16:creationId xmlns:a16="http://schemas.microsoft.com/office/drawing/2014/main" id="{69C7F613-05DE-4D5D-A533-A3FAA995910F}"/>
              </a:ext>
            </a:extLst>
          </p:cNvPr>
          <p:cNvSpPr txBox="1"/>
          <p:nvPr/>
        </p:nvSpPr>
        <p:spPr>
          <a:xfrm>
            <a:off x="371092" y="3105151"/>
            <a:ext cx="10487408"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FFFFFF"/>
                </a:solidFill>
                <a:latin typeface="Segoe UI Light"/>
              </a:rPr>
              <a:t>Your academic standing is determined by your grade point average (GPA) on all hours that you have attempted (including dual enrollment and transfer credit). There are three levels:</a:t>
            </a:r>
          </a:p>
          <a:p>
            <a:r>
              <a:rPr lang="en-US" b="1" dirty="0">
                <a:solidFill>
                  <a:srgbClr val="FFFFFF"/>
                </a:solidFill>
                <a:latin typeface="Segoe UI Light"/>
              </a:rPr>
              <a:t>Good Academic Standing </a:t>
            </a:r>
            <a:r>
              <a:rPr lang="en-US" dirty="0">
                <a:solidFill>
                  <a:srgbClr val="FFFFFF"/>
                </a:solidFill>
                <a:latin typeface="Segoe UI Light"/>
              </a:rPr>
              <a:t>(above a 2.0 GPA), </a:t>
            </a:r>
            <a:r>
              <a:rPr lang="en-US" b="1" dirty="0">
                <a:solidFill>
                  <a:srgbClr val="FFFFFF"/>
                </a:solidFill>
                <a:latin typeface="Segoe UI Light"/>
              </a:rPr>
              <a:t>Academic Probation </a:t>
            </a:r>
            <a:r>
              <a:rPr lang="en-US" dirty="0">
                <a:solidFill>
                  <a:srgbClr val="FFFFFF"/>
                </a:solidFill>
                <a:latin typeface="Segoe UI Light"/>
              </a:rPr>
              <a:t>(below a 2.0 cumulative GPA), and </a:t>
            </a:r>
            <a:r>
              <a:rPr lang="en-US" b="1" dirty="0">
                <a:solidFill>
                  <a:srgbClr val="FFFFFF"/>
                </a:solidFill>
                <a:latin typeface="Segoe UI Light"/>
              </a:rPr>
              <a:t>Academic Suspension </a:t>
            </a:r>
            <a:r>
              <a:rPr lang="en-US" dirty="0">
                <a:solidFill>
                  <a:srgbClr val="FFFFFF"/>
                </a:solidFill>
                <a:latin typeface="Segoe UI Light"/>
              </a:rPr>
              <a:t>(below a 2.0 cumulative &amp; quarterly GPA for consecutive quarters).</a:t>
            </a:r>
            <a:endParaRPr lang="en-US" sz="1600" dirty="0">
              <a:solidFill>
                <a:srgbClr val="FFFFFF"/>
              </a:solidFill>
            </a:endParaRPr>
          </a:p>
        </p:txBody>
      </p:sp>
      <p:sp>
        <p:nvSpPr>
          <p:cNvPr id="13" name="Text Placeholder 4">
            <a:extLst>
              <a:ext uri="{FF2B5EF4-FFF2-40B4-BE49-F238E27FC236}">
                <a16:creationId xmlns:a16="http://schemas.microsoft.com/office/drawing/2014/main" id="{8543B8C0-B0C7-4F93-88FE-8D3D5FB64D9A}"/>
              </a:ext>
            </a:extLst>
          </p:cNvPr>
          <p:cNvSpPr txBox="1">
            <a:spLocks/>
          </p:cNvSpPr>
          <p:nvPr/>
        </p:nvSpPr>
        <p:spPr>
          <a:xfrm>
            <a:off x="376334" y="4381500"/>
            <a:ext cx="8158066" cy="438151"/>
          </a:xfrm>
          <a:prstGeom prst="rect">
            <a:avLst/>
          </a:prstGeom>
        </p:spPr>
        <p:txBody>
          <a:bodyPr vert="horz" lIns="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b="1" i="0" kern="1200">
                <a:solidFill>
                  <a:schemeClr val="accent4"/>
                </a:solidFill>
                <a:latin typeface="+mj-lt"/>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b="1" i="0" kern="1200">
                <a:solidFill>
                  <a:schemeClr val="bg1"/>
                </a:solidFill>
                <a:latin typeface="Arial Black" panose="020B0604020202020204" pitchFamily="34" charset="0"/>
                <a:ea typeface="+mn-ea"/>
                <a:cs typeface="Arial Black"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Segoe UI"/>
                <a:cs typeface="Arial"/>
              </a:rPr>
              <a:t>Academic Honor Code and Classroom Behavior Policy</a:t>
            </a:r>
            <a:endParaRPr lang="en-US" dirty="0">
              <a:latin typeface="Segoe UI"/>
            </a:endParaRPr>
          </a:p>
          <a:p>
            <a:endParaRPr lang="en-US" sz="2000" dirty="0">
              <a:latin typeface="Segoe UI Light"/>
            </a:endParaRPr>
          </a:p>
        </p:txBody>
      </p:sp>
      <p:sp>
        <p:nvSpPr>
          <p:cNvPr id="14" name="TextBox 13">
            <a:extLst>
              <a:ext uri="{FF2B5EF4-FFF2-40B4-BE49-F238E27FC236}">
                <a16:creationId xmlns:a16="http://schemas.microsoft.com/office/drawing/2014/main" id="{B4480CE7-BBEE-4233-87C4-1C2DEABD2ED5}"/>
              </a:ext>
            </a:extLst>
          </p:cNvPr>
          <p:cNvSpPr txBox="1"/>
          <p:nvPr/>
        </p:nvSpPr>
        <p:spPr>
          <a:xfrm>
            <a:off x="371092" y="4819651"/>
            <a:ext cx="9839708"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FFFFFF"/>
                </a:solidFill>
                <a:latin typeface="Segoe UI Light"/>
              </a:rPr>
              <a:t>The purpose of the Honor Code is to articulate and support the maintaining of the highest standard of conduct in academic affairs by educating students about and preventing; </a:t>
            </a:r>
            <a:r>
              <a:rPr lang="en-US" b="1" dirty="0">
                <a:solidFill>
                  <a:srgbClr val="FFFFFF"/>
                </a:solidFill>
                <a:latin typeface="Segoe UI Light"/>
              </a:rPr>
              <a:t>cheating, falsification, and stealing/unauthorized access of materials. </a:t>
            </a:r>
            <a:r>
              <a:rPr lang="en-US" dirty="0">
                <a:solidFill>
                  <a:srgbClr val="FFFFFF"/>
                </a:solidFill>
                <a:latin typeface="Segoe UI Light"/>
              </a:rPr>
              <a:t>The Classroom Behavior Policy is designed to set clear guidelines for students and instructors to promote an intellectually stimulating experience and respectful environment while minimizing disruptive behavior.</a:t>
            </a:r>
            <a:endParaRPr lang="en-US" sz="1600" b="1" dirty="0">
              <a:solidFill>
                <a:srgbClr val="FFFFFF"/>
              </a:solidFill>
            </a:endParaRPr>
          </a:p>
        </p:txBody>
      </p:sp>
    </p:spTree>
    <p:extLst>
      <p:ext uri="{BB962C8B-B14F-4D97-AF65-F5344CB8AC3E}">
        <p14:creationId xmlns:p14="http://schemas.microsoft.com/office/powerpoint/2010/main" val="6063036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21C18C4A-EC5D-2A92-B45E-8EDBE44F5B15}"/>
              </a:ext>
            </a:extLst>
          </p:cNvPr>
          <p:cNvSpPr>
            <a:spLocks noGrp="1"/>
          </p:cNvSpPr>
          <p:nvPr>
            <p:ph type="title"/>
          </p:nvPr>
        </p:nvSpPr>
        <p:spPr>
          <a:xfrm>
            <a:off x="266699" y="405488"/>
            <a:ext cx="9016454" cy="1828800"/>
          </a:xfrm>
        </p:spPr>
        <p:txBody>
          <a:bodyPr/>
          <a:lstStyle/>
          <a:p>
            <a:r>
              <a:rPr lang="en-US" sz="5400" dirty="0"/>
              <a:t>ACADEMIC PROGRAMS</a:t>
            </a:r>
          </a:p>
        </p:txBody>
      </p:sp>
      <p:pic>
        <p:nvPicPr>
          <p:cNvPr id="15" name="Picture Placeholder 14">
            <a:extLst>
              <a:ext uri="{FF2B5EF4-FFF2-40B4-BE49-F238E27FC236}">
                <a16:creationId xmlns:a16="http://schemas.microsoft.com/office/drawing/2014/main" id="{9CD66AFE-C1E3-FA4D-8633-3AB660373AC8}"/>
              </a:ext>
            </a:extLst>
          </p:cNvPr>
          <p:cNvPicPr>
            <a:picLocks noGrp="1" noChangeAspect="1"/>
          </p:cNvPicPr>
          <p:nvPr>
            <p:ph type="pic" sz="quarter" idx="17"/>
          </p:nvPr>
        </p:nvPicPr>
        <p:blipFill rotWithShape="1">
          <a:blip r:embed="rId3" cstate="screen">
            <a:extLst>
              <a:ext uri="{28A0092B-C50C-407E-A947-70E740481C1C}">
                <a14:useLocalDpi xmlns:a14="http://schemas.microsoft.com/office/drawing/2010/main"/>
              </a:ext>
            </a:extLst>
          </a:blip>
          <a:srcRect t="-263"/>
          <a:stretch/>
        </p:blipFill>
        <p:spPr>
          <a:xfrm>
            <a:off x="7353300" y="1230564"/>
            <a:ext cx="4062140" cy="4062140"/>
          </a:xfrm>
        </p:spPr>
      </p:pic>
      <p:sp>
        <p:nvSpPr>
          <p:cNvPr id="5" name="Text Placeholder 4">
            <a:extLst>
              <a:ext uri="{FF2B5EF4-FFF2-40B4-BE49-F238E27FC236}">
                <a16:creationId xmlns:a16="http://schemas.microsoft.com/office/drawing/2014/main" id="{192E437E-F3C6-4ABB-BC60-D2A644D1F35D}"/>
              </a:ext>
            </a:extLst>
          </p:cNvPr>
          <p:cNvSpPr txBox="1">
            <a:spLocks/>
          </p:cNvSpPr>
          <p:nvPr/>
        </p:nvSpPr>
        <p:spPr>
          <a:xfrm>
            <a:off x="166308" y="4346276"/>
            <a:ext cx="5682343" cy="438151"/>
          </a:xfrm>
          <a:prstGeom prst="rect">
            <a:avLst/>
          </a:prstGeom>
        </p:spPr>
        <p:txBody>
          <a:bodyPr vert="horz" lIns="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r>
              <a:rPr lang="en-US" b="1" dirty="0">
                <a:latin typeface="Segoe UI"/>
                <a:cs typeface="Arial"/>
              </a:rPr>
              <a:t>MINORS</a:t>
            </a:r>
            <a:endParaRPr lang="en-US" sz="1600" b="1" dirty="0">
              <a:latin typeface="Segoe UI"/>
            </a:endParaRPr>
          </a:p>
          <a:p>
            <a:endParaRPr lang="en-US" dirty="0">
              <a:latin typeface="Segoe UI Light"/>
            </a:endParaRPr>
          </a:p>
        </p:txBody>
      </p:sp>
      <p:sp>
        <p:nvSpPr>
          <p:cNvPr id="6" name="TextBox 5">
            <a:extLst>
              <a:ext uri="{FF2B5EF4-FFF2-40B4-BE49-F238E27FC236}">
                <a16:creationId xmlns:a16="http://schemas.microsoft.com/office/drawing/2014/main" id="{AB86D42B-274A-4E1E-A4E3-D9BD17BF698D}"/>
              </a:ext>
            </a:extLst>
          </p:cNvPr>
          <p:cNvSpPr txBox="1"/>
          <p:nvPr/>
        </p:nvSpPr>
        <p:spPr>
          <a:xfrm>
            <a:off x="433830" y="4560648"/>
            <a:ext cx="691169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solidFill>
                  <a:srgbClr val="FFFFFF"/>
                </a:solidFill>
                <a:latin typeface="Segoe UI Light"/>
              </a:rPr>
              <a:t>A secondary area of specialization beyond a college major. Requires an </a:t>
            </a:r>
            <a:r>
              <a:rPr lang="en-US" sz="1400" i="1" dirty="0">
                <a:solidFill>
                  <a:srgbClr val="FFFFFF"/>
                </a:solidFill>
                <a:latin typeface="Segoe UI Light"/>
              </a:rPr>
              <a:t>additional </a:t>
            </a:r>
            <a:r>
              <a:rPr lang="en-US" sz="1400" dirty="0">
                <a:solidFill>
                  <a:srgbClr val="FFFFFF"/>
                </a:solidFill>
                <a:latin typeface="Segoe UI Light"/>
              </a:rPr>
              <a:t>21 hours of college credit. </a:t>
            </a:r>
            <a:endParaRPr lang="en-US" sz="1200" dirty="0"/>
          </a:p>
        </p:txBody>
      </p:sp>
      <p:sp>
        <p:nvSpPr>
          <p:cNvPr id="7" name="TextBox 6">
            <a:extLst>
              <a:ext uri="{FF2B5EF4-FFF2-40B4-BE49-F238E27FC236}">
                <a16:creationId xmlns:a16="http://schemas.microsoft.com/office/drawing/2014/main" id="{AF382DD5-CD18-4F5F-B9FF-F847F65E54BE}"/>
              </a:ext>
            </a:extLst>
          </p:cNvPr>
          <p:cNvSpPr txBox="1"/>
          <p:nvPr/>
        </p:nvSpPr>
        <p:spPr>
          <a:xfrm>
            <a:off x="399373" y="3550288"/>
            <a:ext cx="6840158"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solidFill>
                  <a:srgbClr val="FFFFFF"/>
                </a:solidFill>
                <a:latin typeface="Segoe UI Light"/>
              </a:rPr>
              <a:t>The specific area of study that a student specializes in. Students can declare multiple majors at a time. Additional majors require more hours to be earned in addition to your primary major’s curriculum requirements.  </a:t>
            </a:r>
            <a:endParaRPr lang="en-US" sz="1400" dirty="0">
              <a:solidFill>
                <a:srgbClr val="FFFFFF"/>
              </a:solidFill>
              <a:latin typeface="Segoe UI Light"/>
              <a:cs typeface="Segoe UI Light"/>
            </a:endParaRPr>
          </a:p>
        </p:txBody>
      </p:sp>
      <p:sp>
        <p:nvSpPr>
          <p:cNvPr id="8" name="TextBox 7">
            <a:extLst>
              <a:ext uri="{FF2B5EF4-FFF2-40B4-BE49-F238E27FC236}">
                <a16:creationId xmlns:a16="http://schemas.microsoft.com/office/drawing/2014/main" id="{341B4B19-1A8D-4D0E-A32A-A5E03DA5EA89}"/>
              </a:ext>
            </a:extLst>
          </p:cNvPr>
          <p:cNvSpPr txBox="1"/>
          <p:nvPr/>
        </p:nvSpPr>
        <p:spPr>
          <a:xfrm>
            <a:off x="433052" y="5308967"/>
            <a:ext cx="6902361"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solidFill>
                  <a:srgbClr val="FFFFFF"/>
                </a:solidFill>
                <a:latin typeface="Segoe UI Light"/>
              </a:rPr>
              <a:t>A shortened program that concentrates on a specific field of expertise rather than an entire course of study.</a:t>
            </a:r>
          </a:p>
        </p:txBody>
      </p:sp>
      <p:sp>
        <p:nvSpPr>
          <p:cNvPr id="9" name="Text Placeholder 4">
            <a:extLst>
              <a:ext uri="{FF2B5EF4-FFF2-40B4-BE49-F238E27FC236}">
                <a16:creationId xmlns:a16="http://schemas.microsoft.com/office/drawing/2014/main" id="{A71ECABB-C136-4F66-8851-CDEE04D3DAD2}"/>
              </a:ext>
            </a:extLst>
          </p:cNvPr>
          <p:cNvSpPr txBox="1">
            <a:spLocks/>
          </p:cNvSpPr>
          <p:nvPr/>
        </p:nvSpPr>
        <p:spPr>
          <a:xfrm>
            <a:off x="171751" y="3308306"/>
            <a:ext cx="5606144" cy="427266"/>
          </a:xfrm>
          <a:prstGeom prst="rect">
            <a:avLst/>
          </a:prstGeom>
        </p:spPr>
        <p:txBody>
          <a:bodyPr vert="horz" lIns="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US" sz="1800" b="1" dirty="0">
                <a:latin typeface="Segoe UI"/>
                <a:cs typeface="Arial"/>
              </a:rPr>
              <a:t>MAJOR</a:t>
            </a:r>
            <a:endParaRPr lang="en-US" sz="2000" b="1" dirty="0">
              <a:latin typeface="Segoe UI"/>
            </a:endParaRPr>
          </a:p>
          <a:p>
            <a:endParaRPr lang="en-US" sz="1800" dirty="0">
              <a:latin typeface="Segoe UI Light"/>
            </a:endParaRPr>
          </a:p>
        </p:txBody>
      </p:sp>
      <p:sp>
        <p:nvSpPr>
          <p:cNvPr id="10" name="Text Placeholder 4">
            <a:extLst>
              <a:ext uri="{FF2B5EF4-FFF2-40B4-BE49-F238E27FC236}">
                <a16:creationId xmlns:a16="http://schemas.microsoft.com/office/drawing/2014/main" id="{5104AAB0-6920-4D1C-9332-69EF3D69E761}"/>
              </a:ext>
            </a:extLst>
          </p:cNvPr>
          <p:cNvSpPr txBox="1">
            <a:spLocks/>
          </p:cNvSpPr>
          <p:nvPr/>
        </p:nvSpPr>
        <p:spPr>
          <a:xfrm>
            <a:off x="139871" y="5079000"/>
            <a:ext cx="5606144" cy="427266"/>
          </a:xfrm>
          <a:prstGeom prst="rect">
            <a:avLst/>
          </a:prstGeom>
        </p:spPr>
        <p:txBody>
          <a:bodyPr vert="horz" lIns="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US" sz="1800" b="1" dirty="0">
                <a:latin typeface="Segoe UI"/>
                <a:cs typeface="Arial"/>
              </a:rPr>
              <a:t>CERTIFICATE</a:t>
            </a:r>
            <a:endParaRPr lang="en-US" sz="2000" b="1" dirty="0">
              <a:latin typeface="Segoe UI"/>
            </a:endParaRPr>
          </a:p>
          <a:p>
            <a:endParaRPr lang="en-US" sz="1800" dirty="0">
              <a:latin typeface="Segoe UI Light"/>
            </a:endParaRPr>
          </a:p>
        </p:txBody>
      </p:sp>
      <p:sp>
        <p:nvSpPr>
          <p:cNvPr id="14" name="TextBox 13">
            <a:extLst>
              <a:ext uri="{FF2B5EF4-FFF2-40B4-BE49-F238E27FC236}">
                <a16:creationId xmlns:a16="http://schemas.microsoft.com/office/drawing/2014/main" id="{1E11AE9E-42CD-46C2-BB35-D52552E42178}"/>
              </a:ext>
            </a:extLst>
          </p:cNvPr>
          <p:cNvSpPr txBox="1"/>
          <p:nvPr/>
        </p:nvSpPr>
        <p:spPr>
          <a:xfrm>
            <a:off x="399373" y="1449425"/>
            <a:ext cx="6840158"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solidFill>
                  <a:srgbClr val="FFFFFF"/>
                </a:solidFill>
                <a:latin typeface="Segoe UI Light"/>
                <a:cs typeface="Segoe UI Light"/>
              </a:rPr>
              <a:t>The highest level of an undergraduate degree. Includes Bachelor’s of </a:t>
            </a:r>
            <a:r>
              <a:rPr lang="en-US" sz="1400" b="1" dirty="0">
                <a:solidFill>
                  <a:srgbClr val="FFFFFF"/>
                </a:solidFill>
                <a:latin typeface="Segoe UI Light"/>
                <a:cs typeface="Segoe UI Light"/>
              </a:rPr>
              <a:t>Arts, Fine Arts, Interior Design, Science, Arts in Architectural Studies, Science in Forestry, and Interdisciplinary Studies. </a:t>
            </a:r>
            <a:endParaRPr lang="en-US" sz="1400" dirty="0">
              <a:solidFill>
                <a:srgbClr val="FFFFFF"/>
              </a:solidFill>
              <a:latin typeface="Segoe UI Light"/>
              <a:cs typeface="Segoe UI Light"/>
            </a:endParaRPr>
          </a:p>
        </p:txBody>
      </p:sp>
      <p:sp>
        <p:nvSpPr>
          <p:cNvPr id="16" name="Text Placeholder 4">
            <a:extLst>
              <a:ext uri="{FF2B5EF4-FFF2-40B4-BE49-F238E27FC236}">
                <a16:creationId xmlns:a16="http://schemas.microsoft.com/office/drawing/2014/main" id="{85189D15-8566-4355-B969-3322A6D9E180}"/>
              </a:ext>
            </a:extLst>
          </p:cNvPr>
          <p:cNvSpPr txBox="1">
            <a:spLocks/>
          </p:cNvSpPr>
          <p:nvPr/>
        </p:nvSpPr>
        <p:spPr>
          <a:xfrm>
            <a:off x="166308" y="1216873"/>
            <a:ext cx="5606144" cy="427266"/>
          </a:xfrm>
          <a:prstGeom prst="rect">
            <a:avLst/>
          </a:prstGeom>
        </p:spPr>
        <p:txBody>
          <a:bodyPr vert="horz" lIns="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US" sz="1800" b="1" dirty="0">
                <a:latin typeface="Segoe UI"/>
                <a:cs typeface="Arial"/>
              </a:rPr>
              <a:t>BACHELORS DEGREE</a:t>
            </a:r>
            <a:endParaRPr lang="en-US" sz="2000" b="1" dirty="0">
              <a:latin typeface="Segoe UI"/>
            </a:endParaRPr>
          </a:p>
          <a:p>
            <a:endParaRPr lang="en-US" sz="1800" dirty="0">
              <a:latin typeface="Segoe UI Light"/>
            </a:endParaRPr>
          </a:p>
        </p:txBody>
      </p:sp>
      <p:sp>
        <p:nvSpPr>
          <p:cNvPr id="17" name="TextBox 16">
            <a:extLst>
              <a:ext uri="{FF2B5EF4-FFF2-40B4-BE49-F238E27FC236}">
                <a16:creationId xmlns:a16="http://schemas.microsoft.com/office/drawing/2014/main" id="{0F3F84A3-F1F8-4C45-8B1C-F7F34D48C67F}"/>
              </a:ext>
            </a:extLst>
          </p:cNvPr>
          <p:cNvSpPr txBox="1"/>
          <p:nvPr/>
        </p:nvSpPr>
        <p:spPr>
          <a:xfrm>
            <a:off x="399372" y="2491153"/>
            <a:ext cx="6840159"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solidFill>
                  <a:srgbClr val="FFFFFF"/>
                </a:solidFill>
                <a:latin typeface="Segoe UI Light"/>
                <a:cs typeface="Segoe UI Light"/>
              </a:rPr>
              <a:t>A degree typically awarded after a minimum of two years of study. Tech offers an Associates degree in </a:t>
            </a:r>
            <a:r>
              <a:rPr lang="en-US" sz="1400" b="1" dirty="0">
                <a:solidFill>
                  <a:srgbClr val="FFFFFF"/>
                </a:solidFill>
                <a:latin typeface="Segoe UI Light"/>
                <a:cs typeface="Segoe UI Light"/>
              </a:rPr>
              <a:t>General Studies </a:t>
            </a:r>
            <a:r>
              <a:rPr lang="en-US" sz="1400" dirty="0">
                <a:solidFill>
                  <a:srgbClr val="FFFFFF"/>
                </a:solidFill>
                <a:latin typeface="Segoe UI Light"/>
                <a:cs typeface="Segoe UI Light"/>
              </a:rPr>
              <a:t>(through the Barksdale Campus) and in </a:t>
            </a:r>
            <a:r>
              <a:rPr lang="en-US" sz="1400" b="1" dirty="0">
                <a:solidFill>
                  <a:srgbClr val="FFFFFF"/>
                </a:solidFill>
                <a:latin typeface="Segoe UI Light"/>
                <a:cs typeface="Segoe UI Light"/>
              </a:rPr>
              <a:t>Nursing</a:t>
            </a:r>
            <a:r>
              <a:rPr lang="en-US" sz="1400" dirty="0">
                <a:solidFill>
                  <a:srgbClr val="FFFFFF"/>
                </a:solidFill>
                <a:latin typeface="Segoe UI Light"/>
                <a:cs typeface="Segoe UI Light"/>
              </a:rPr>
              <a:t> (main campus).</a:t>
            </a:r>
          </a:p>
        </p:txBody>
      </p:sp>
      <p:sp>
        <p:nvSpPr>
          <p:cNvPr id="18" name="Text Placeholder 4">
            <a:extLst>
              <a:ext uri="{FF2B5EF4-FFF2-40B4-BE49-F238E27FC236}">
                <a16:creationId xmlns:a16="http://schemas.microsoft.com/office/drawing/2014/main" id="{9503C139-2A40-44C7-BFF8-4A33905F3A90}"/>
              </a:ext>
            </a:extLst>
          </p:cNvPr>
          <p:cNvSpPr txBox="1">
            <a:spLocks/>
          </p:cNvSpPr>
          <p:nvPr/>
        </p:nvSpPr>
        <p:spPr>
          <a:xfrm>
            <a:off x="149979" y="2270336"/>
            <a:ext cx="5606144" cy="427266"/>
          </a:xfrm>
          <a:prstGeom prst="rect">
            <a:avLst/>
          </a:prstGeom>
        </p:spPr>
        <p:txBody>
          <a:bodyPr vert="horz" lIns="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US" sz="1800" b="1" dirty="0">
                <a:latin typeface="Segoe UI"/>
                <a:cs typeface="Arial"/>
              </a:rPr>
              <a:t>ASSOCIATES DEGREE</a:t>
            </a:r>
            <a:endParaRPr lang="en-US" sz="2000" b="1" dirty="0">
              <a:latin typeface="Segoe UI"/>
            </a:endParaRPr>
          </a:p>
          <a:p>
            <a:endParaRPr lang="en-US" sz="1800" dirty="0">
              <a:latin typeface="Segoe UI Light"/>
            </a:endParaRPr>
          </a:p>
        </p:txBody>
      </p:sp>
      <p:sp>
        <p:nvSpPr>
          <p:cNvPr id="19" name="TextBox 18">
            <a:extLst>
              <a:ext uri="{FF2B5EF4-FFF2-40B4-BE49-F238E27FC236}">
                <a16:creationId xmlns:a16="http://schemas.microsoft.com/office/drawing/2014/main" id="{FA31CF02-19B8-4AF5-ADCD-5ADB1794E410}"/>
              </a:ext>
            </a:extLst>
          </p:cNvPr>
          <p:cNvSpPr txBox="1"/>
          <p:nvPr/>
        </p:nvSpPr>
        <p:spPr>
          <a:xfrm>
            <a:off x="467265" y="6114966"/>
            <a:ext cx="690236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solidFill>
                  <a:srgbClr val="FFFFFF"/>
                </a:solidFill>
                <a:latin typeface="Segoe UI Light"/>
              </a:rPr>
              <a:t>Continuation of study that can take the shape of a Masters or Doctoral Degree.</a:t>
            </a:r>
          </a:p>
        </p:txBody>
      </p:sp>
      <p:sp>
        <p:nvSpPr>
          <p:cNvPr id="20" name="Text Placeholder 4">
            <a:extLst>
              <a:ext uri="{FF2B5EF4-FFF2-40B4-BE49-F238E27FC236}">
                <a16:creationId xmlns:a16="http://schemas.microsoft.com/office/drawing/2014/main" id="{E4D8261D-E99E-42F2-B3AE-2B8FC931F489}"/>
              </a:ext>
            </a:extLst>
          </p:cNvPr>
          <p:cNvSpPr txBox="1">
            <a:spLocks/>
          </p:cNvSpPr>
          <p:nvPr/>
        </p:nvSpPr>
        <p:spPr>
          <a:xfrm>
            <a:off x="174084" y="5884999"/>
            <a:ext cx="5606144" cy="427266"/>
          </a:xfrm>
          <a:prstGeom prst="rect">
            <a:avLst/>
          </a:prstGeom>
        </p:spPr>
        <p:txBody>
          <a:bodyPr vert="horz" lIns="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US" sz="1800" b="1" dirty="0">
                <a:latin typeface="Segoe UI"/>
                <a:cs typeface="Arial"/>
              </a:rPr>
              <a:t>GRADUATE DEGREES</a:t>
            </a:r>
            <a:endParaRPr lang="en-US" sz="2000" b="1" dirty="0">
              <a:latin typeface="Segoe UI"/>
            </a:endParaRPr>
          </a:p>
          <a:p>
            <a:endParaRPr lang="en-US" sz="1800" dirty="0">
              <a:latin typeface="Segoe UI Light"/>
            </a:endParaRPr>
          </a:p>
        </p:txBody>
      </p:sp>
    </p:spTree>
    <p:extLst>
      <p:ext uri="{BB962C8B-B14F-4D97-AF65-F5344CB8AC3E}">
        <p14:creationId xmlns:p14="http://schemas.microsoft.com/office/powerpoint/2010/main" val="42698966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CCE595D9-27F3-FE1C-9A37-0F9F7903022E}"/>
              </a:ext>
            </a:extLst>
          </p:cNvPr>
          <p:cNvSpPr>
            <a:spLocks noGrp="1"/>
          </p:cNvSpPr>
          <p:nvPr>
            <p:ph type="ctrTitle"/>
          </p:nvPr>
        </p:nvSpPr>
        <p:spPr>
          <a:xfrm>
            <a:off x="608822" y="190500"/>
            <a:ext cx="10002589" cy="1146047"/>
          </a:xfrm>
        </p:spPr>
        <p:txBody>
          <a:bodyPr/>
          <a:lstStyle/>
          <a:p>
            <a:r>
              <a:rPr lang="en-US" dirty="0"/>
              <a:t>CALCULATING GPA</a:t>
            </a:r>
          </a:p>
        </p:txBody>
      </p:sp>
      <p:graphicFrame>
        <p:nvGraphicFramePr>
          <p:cNvPr id="5" name="Table 4">
            <a:extLst>
              <a:ext uri="{FF2B5EF4-FFF2-40B4-BE49-F238E27FC236}">
                <a16:creationId xmlns:a16="http://schemas.microsoft.com/office/drawing/2014/main" id="{A3B33C55-93A6-4180-AA4E-A701495AB4CF}"/>
              </a:ext>
            </a:extLst>
          </p:cNvPr>
          <p:cNvGraphicFramePr>
            <a:graphicFrameLocks noGrp="1"/>
          </p:cNvGraphicFramePr>
          <p:nvPr/>
        </p:nvGraphicFramePr>
        <p:xfrm>
          <a:off x="609600" y="2514600"/>
          <a:ext cx="9105900" cy="2494280"/>
        </p:xfrm>
        <a:graphic>
          <a:graphicData uri="http://schemas.openxmlformats.org/drawingml/2006/table">
            <a:tbl>
              <a:tblPr firstRow="1" bandRow="1">
                <a:tableStyleId>{8A107856-5554-42FB-B03E-39F5DBC370BA}</a:tableStyleId>
              </a:tblPr>
              <a:tblGrid>
                <a:gridCol w="2120900">
                  <a:extLst>
                    <a:ext uri="{9D8B030D-6E8A-4147-A177-3AD203B41FA5}">
                      <a16:colId xmlns:a16="http://schemas.microsoft.com/office/drawing/2014/main" val="3141928268"/>
                    </a:ext>
                  </a:extLst>
                </a:gridCol>
                <a:gridCol w="2120900">
                  <a:extLst>
                    <a:ext uri="{9D8B030D-6E8A-4147-A177-3AD203B41FA5}">
                      <a16:colId xmlns:a16="http://schemas.microsoft.com/office/drawing/2014/main" val="1306712664"/>
                    </a:ext>
                  </a:extLst>
                </a:gridCol>
                <a:gridCol w="2120900">
                  <a:extLst>
                    <a:ext uri="{9D8B030D-6E8A-4147-A177-3AD203B41FA5}">
                      <a16:colId xmlns:a16="http://schemas.microsoft.com/office/drawing/2014/main" val="1908022111"/>
                    </a:ext>
                  </a:extLst>
                </a:gridCol>
                <a:gridCol w="2743200">
                  <a:extLst>
                    <a:ext uri="{9D8B030D-6E8A-4147-A177-3AD203B41FA5}">
                      <a16:colId xmlns:a16="http://schemas.microsoft.com/office/drawing/2014/main" val="3454267010"/>
                    </a:ext>
                  </a:extLst>
                </a:gridCol>
              </a:tblGrid>
              <a:tr h="370840">
                <a:tc>
                  <a:txBody>
                    <a:bodyPr/>
                    <a:lstStyle/>
                    <a:p>
                      <a:r>
                        <a:rPr lang="en-US" dirty="0"/>
                        <a:t>COURSE</a:t>
                      </a:r>
                    </a:p>
                  </a:txBody>
                  <a:tcPr/>
                </a:tc>
                <a:tc>
                  <a:txBody>
                    <a:bodyPr/>
                    <a:lstStyle/>
                    <a:p>
                      <a:r>
                        <a:rPr lang="en-US" dirty="0"/>
                        <a:t>Hours</a:t>
                      </a:r>
                    </a:p>
                  </a:txBody>
                  <a:tcPr/>
                </a:tc>
                <a:tc>
                  <a:txBody>
                    <a:bodyPr/>
                    <a:lstStyle/>
                    <a:p>
                      <a:r>
                        <a:rPr lang="en-US" dirty="0"/>
                        <a:t>Grade (Points)</a:t>
                      </a:r>
                    </a:p>
                  </a:txBody>
                  <a:tcPr/>
                </a:tc>
                <a:tc>
                  <a:txBody>
                    <a:bodyPr/>
                    <a:lstStyle/>
                    <a:p>
                      <a:r>
                        <a:rPr lang="en-US" dirty="0"/>
                        <a:t>Quality Points              (Hrs. x Points)</a:t>
                      </a:r>
                    </a:p>
                  </a:txBody>
                  <a:tcPr/>
                </a:tc>
                <a:extLst>
                  <a:ext uri="{0D108BD9-81ED-4DB2-BD59-A6C34878D82A}">
                    <a16:rowId xmlns:a16="http://schemas.microsoft.com/office/drawing/2014/main" val="1915624553"/>
                  </a:ext>
                </a:extLst>
              </a:tr>
              <a:tr h="370840">
                <a:tc>
                  <a:txBody>
                    <a:bodyPr/>
                    <a:lstStyle/>
                    <a:p>
                      <a:r>
                        <a:rPr lang="en-US" dirty="0"/>
                        <a:t>HIST 201</a:t>
                      </a:r>
                    </a:p>
                  </a:txBody>
                  <a:tcPr/>
                </a:tc>
                <a:tc>
                  <a:txBody>
                    <a:bodyPr/>
                    <a:lstStyle/>
                    <a:p>
                      <a:r>
                        <a:rPr lang="en-US" dirty="0"/>
                        <a:t>3 hrs.</a:t>
                      </a:r>
                    </a:p>
                  </a:txBody>
                  <a:tcPr/>
                </a:tc>
                <a:tc>
                  <a:txBody>
                    <a:bodyPr/>
                    <a:lstStyle/>
                    <a:p>
                      <a:r>
                        <a:rPr lang="en-US" dirty="0"/>
                        <a:t>B (3 pts.)</a:t>
                      </a:r>
                    </a:p>
                  </a:txBody>
                  <a:tcPr/>
                </a:tc>
                <a:tc>
                  <a:txBody>
                    <a:bodyPr/>
                    <a:lstStyle/>
                    <a:p>
                      <a:r>
                        <a:rPr lang="en-US" dirty="0"/>
                        <a:t>3 hrs. x 3 pts. =   9</a:t>
                      </a:r>
                    </a:p>
                  </a:txBody>
                  <a:tcPr/>
                </a:tc>
                <a:extLst>
                  <a:ext uri="{0D108BD9-81ED-4DB2-BD59-A6C34878D82A}">
                    <a16:rowId xmlns:a16="http://schemas.microsoft.com/office/drawing/2014/main" val="2935077928"/>
                  </a:ext>
                </a:extLst>
              </a:tr>
              <a:tr h="370840">
                <a:tc>
                  <a:txBody>
                    <a:bodyPr/>
                    <a:lstStyle/>
                    <a:p>
                      <a:r>
                        <a:rPr lang="en-US" dirty="0"/>
                        <a:t>ENGL 101</a:t>
                      </a:r>
                    </a:p>
                  </a:txBody>
                  <a:tcPr/>
                </a:tc>
                <a:tc>
                  <a:txBody>
                    <a:bodyPr/>
                    <a:lstStyle/>
                    <a:p>
                      <a:r>
                        <a:rPr lang="en-US" dirty="0"/>
                        <a:t>3 hrs.</a:t>
                      </a:r>
                    </a:p>
                  </a:txBody>
                  <a:tcPr/>
                </a:tc>
                <a:tc>
                  <a:txBody>
                    <a:bodyPr/>
                    <a:lstStyle/>
                    <a:p>
                      <a:r>
                        <a:rPr lang="en-US" dirty="0"/>
                        <a:t>A (4 pts.)</a:t>
                      </a:r>
                    </a:p>
                  </a:txBody>
                  <a:tcPr/>
                </a:tc>
                <a:tc>
                  <a:txBody>
                    <a:bodyPr/>
                    <a:lstStyle/>
                    <a:p>
                      <a:r>
                        <a:rPr lang="en-US" dirty="0"/>
                        <a:t>3 hrs. x 4 pts. = 12</a:t>
                      </a:r>
                    </a:p>
                  </a:txBody>
                  <a:tcPr/>
                </a:tc>
                <a:extLst>
                  <a:ext uri="{0D108BD9-81ED-4DB2-BD59-A6C34878D82A}">
                    <a16:rowId xmlns:a16="http://schemas.microsoft.com/office/drawing/2014/main" val="2317125961"/>
                  </a:ext>
                </a:extLst>
              </a:tr>
              <a:tr h="370840">
                <a:tc>
                  <a:txBody>
                    <a:bodyPr/>
                    <a:lstStyle/>
                    <a:p>
                      <a:r>
                        <a:rPr lang="en-US" dirty="0"/>
                        <a:t>BISC 130</a:t>
                      </a:r>
                    </a:p>
                  </a:txBody>
                  <a:tcPr/>
                </a:tc>
                <a:tc>
                  <a:txBody>
                    <a:bodyPr/>
                    <a:lstStyle/>
                    <a:p>
                      <a:r>
                        <a:rPr lang="en-US" dirty="0"/>
                        <a:t>3 hrs.</a:t>
                      </a:r>
                    </a:p>
                  </a:txBody>
                  <a:tcPr/>
                </a:tc>
                <a:tc>
                  <a:txBody>
                    <a:bodyPr/>
                    <a:lstStyle/>
                    <a:p>
                      <a:r>
                        <a:rPr lang="en-US" dirty="0"/>
                        <a:t>C (2 pts.)</a:t>
                      </a:r>
                    </a:p>
                  </a:txBody>
                  <a:tcPr/>
                </a:tc>
                <a:tc>
                  <a:txBody>
                    <a:bodyPr/>
                    <a:lstStyle/>
                    <a:p>
                      <a:r>
                        <a:rPr lang="en-US" dirty="0"/>
                        <a:t>3 hrs. x 2 pts. =   6</a:t>
                      </a:r>
                    </a:p>
                  </a:txBody>
                  <a:tcPr/>
                </a:tc>
                <a:extLst>
                  <a:ext uri="{0D108BD9-81ED-4DB2-BD59-A6C34878D82A}">
                    <a16:rowId xmlns:a16="http://schemas.microsoft.com/office/drawing/2014/main" val="1221273901"/>
                  </a:ext>
                </a:extLst>
              </a:tr>
              <a:tr h="370840">
                <a:tc>
                  <a:txBody>
                    <a:bodyPr/>
                    <a:lstStyle/>
                    <a:p>
                      <a:r>
                        <a:rPr lang="en-US" dirty="0"/>
                        <a:t>BISC 131</a:t>
                      </a:r>
                    </a:p>
                  </a:txBody>
                  <a:tcPr/>
                </a:tc>
                <a:tc>
                  <a:txBody>
                    <a:bodyPr/>
                    <a:lstStyle/>
                    <a:p>
                      <a:r>
                        <a:rPr lang="en-US" dirty="0"/>
                        <a:t>1 hrs.</a:t>
                      </a:r>
                    </a:p>
                  </a:txBody>
                  <a:tcPr/>
                </a:tc>
                <a:tc>
                  <a:txBody>
                    <a:bodyPr/>
                    <a:lstStyle/>
                    <a:p>
                      <a:r>
                        <a:rPr lang="en-US" dirty="0"/>
                        <a:t>A (4 pts.)</a:t>
                      </a:r>
                    </a:p>
                  </a:txBody>
                  <a:tcPr/>
                </a:tc>
                <a:tc>
                  <a:txBody>
                    <a:bodyPr/>
                    <a:lstStyle/>
                    <a:p>
                      <a:r>
                        <a:rPr lang="en-US" dirty="0"/>
                        <a:t>1 hr. x 4 pts.   =   4</a:t>
                      </a:r>
                    </a:p>
                  </a:txBody>
                  <a:tcPr/>
                </a:tc>
                <a:extLst>
                  <a:ext uri="{0D108BD9-81ED-4DB2-BD59-A6C34878D82A}">
                    <a16:rowId xmlns:a16="http://schemas.microsoft.com/office/drawing/2014/main" val="2693870826"/>
                  </a:ext>
                </a:extLst>
              </a:tr>
              <a:tr h="370840">
                <a:tc>
                  <a:txBody>
                    <a:bodyPr/>
                    <a:lstStyle/>
                    <a:p>
                      <a:r>
                        <a:rPr lang="en-US" b="1" dirty="0"/>
                        <a:t>TOTAL</a:t>
                      </a:r>
                    </a:p>
                  </a:txBody>
                  <a:tcPr/>
                </a:tc>
                <a:tc>
                  <a:txBody>
                    <a:bodyPr/>
                    <a:lstStyle/>
                    <a:p>
                      <a:r>
                        <a:rPr lang="en-US" b="1" dirty="0"/>
                        <a:t>10 hrs.</a:t>
                      </a:r>
                    </a:p>
                  </a:txBody>
                  <a:tcPr/>
                </a:tc>
                <a:tc>
                  <a:txBody>
                    <a:bodyPr/>
                    <a:lstStyle/>
                    <a:p>
                      <a:r>
                        <a:rPr lang="en-US" b="1" dirty="0"/>
                        <a:t>-</a:t>
                      </a:r>
                    </a:p>
                  </a:txBody>
                  <a:tcPr/>
                </a:tc>
                <a:tc>
                  <a:txBody>
                    <a:bodyPr/>
                    <a:lstStyle/>
                    <a:p>
                      <a:r>
                        <a:rPr lang="en-US" b="1" dirty="0"/>
                        <a:t>9 + 12 + 6 + 4 = 31 pts.</a:t>
                      </a:r>
                    </a:p>
                  </a:txBody>
                  <a:tcPr/>
                </a:tc>
                <a:extLst>
                  <a:ext uri="{0D108BD9-81ED-4DB2-BD59-A6C34878D82A}">
                    <a16:rowId xmlns:a16="http://schemas.microsoft.com/office/drawing/2014/main" val="816852658"/>
                  </a:ext>
                </a:extLst>
              </a:tr>
            </a:tbl>
          </a:graphicData>
        </a:graphic>
      </p:graphicFrame>
      <p:sp>
        <p:nvSpPr>
          <p:cNvPr id="7" name="TextBox 6">
            <a:extLst>
              <a:ext uri="{FF2B5EF4-FFF2-40B4-BE49-F238E27FC236}">
                <a16:creationId xmlns:a16="http://schemas.microsoft.com/office/drawing/2014/main" id="{5970F0AF-4B6E-4D59-B4D0-6CC77022CE68}"/>
              </a:ext>
            </a:extLst>
          </p:cNvPr>
          <p:cNvSpPr txBox="1"/>
          <p:nvPr/>
        </p:nvSpPr>
        <p:spPr>
          <a:xfrm>
            <a:off x="517849" y="5257800"/>
            <a:ext cx="9197652" cy="1323439"/>
          </a:xfrm>
          <a:prstGeom prst="rect">
            <a:avLst/>
          </a:prstGeom>
          <a:noFill/>
        </p:spPr>
        <p:txBody>
          <a:bodyPr wrap="square" rtlCol="0">
            <a:spAutoFit/>
          </a:bodyPr>
          <a:lstStyle/>
          <a:p>
            <a:r>
              <a:rPr lang="en-US" sz="2000" dirty="0">
                <a:solidFill>
                  <a:srgbClr val="FFFFFF"/>
                </a:solidFill>
              </a:rPr>
              <a:t>To determine GPA, divide the total quality points for all earned hours by the total number of hours completed.</a:t>
            </a:r>
          </a:p>
          <a:p>
            <a:endParaRPr lang="en-US" sz="2000" dirty="0">
              <a:solidFill>
                <a:srgbClr val="FFFFFF"/>
              </a:solidFill>
            </a:endParaRPr>
          </a:p>
          <a:p>
            <a:r>
              <a:rPr lang="en-US" sz="2000" b="1" dirty="0">
                <a:solidFill>
                  <a:srgbClr val="FFFFFF"/>
                </a:solidFill>
              </a:rPr>
              <a:t>31 Points / 10 Hours = 3.1 GPA</a:t>
            </a:r>
          </a:p>
        </p:txBody>
      </p:sp>
      <p:sp>
        <p:nvSpPr>
          <p:cNvPr id="9" name="TextBox 8">
            <a:extLst>
              <a:ext uri="{FF2B5EF4-FFF2-40B4-BE49-F238E27FC236}">
                <a16:creationId xmlns:a16="http://schemas.microsoft.com/office/drawing/2014/main" id="{7F1F1F8F-97B9-4740-BB4B-86F4E2F5A262}"/>
              </a:ext>
            </a:extLst>
          </p:cNvPr>
          <p:cNvSpPr txBox="1"/>
          <p:nvPr/>
        </p:nvSpPr>
        <p:spPr>
          <a:xfrm>
            <a:off x="533399" y="1457566"/>
            <a:ext cx="10172701" cy="1015663"/>
          </a:xfrm>
          <a:prstGeom prst="rect">
            <a:avLst/>
          </a:prstGeom>
          <a:noFill/>
        </p:spPr>
        <p:txBody>
          <a:bodyPr wrap="square" rtlCol="0">
            <a:spAutoFit/>
          </a:bodyPr>
          <a:lstStyle/>
          <a:p>
            <a:r>
              <a:rPr lang="en-US" sz="2000" dirty="0">
                <a:solidFill>
                  <a:srgbClr val="FFFFFF"/>
                </a:solidFill>
              </a:rPr>
              <a:t>Add total number of hours completed total quality points. Quality points are equal to the number of credits hours for a course multiplied by the grade earned (A=4; B=3; C=2; D=1; and F=0)</a:t>
            </a:r>
          </a:p>
        </p:txBody>
      </p:sp>
    </p:spTree>
    <p:extLst>
      <p:ext uri="{BB962C8B-B14F-4D97-AF65-F5344CB8AC3E}">
        <p14:creationId xmlns:p14="http://schemas.microsoft.com/office/powerpoint/2010/main" val="37845059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CCE595D9-27F3-FE1C-9A37-0F9F7903022E}"/>
              </a:ext>
            </a:extLst>
          </p:cNvPr>
          <p:cNvSpPr>
            <a:spLocks noGrp="1"/>
          </p:cNvSpPr>
          <p:nvPr>
            <p:ph type="ctrTitle"/>
          </p:nvPr>
        </p:nvSpPr>
        <p:spPr>
          <a:xfrm>
            <a:off x="608822" y="190500"/>
            <a:ext cx="10002589" cy="1146047"/>
          </a:xfrm>
        </p:spPr>
        <p:txBody>
          <a:bodyPr/>
          <a:lstStyle/>
          <a:p>
            <a:r>
              <a:rPr lang="en-US" dirty="0"/>
              <a:t>CALCULATING GPA</a:t>
            </a:r>
          </a:p>
        </p:txBody>
      </p:sp>
      <p:sp>
        <p:nvSpPr>
          <p:cNvPr id="9" name="TextBox 8">
            <a:extLst>
              <a:ext uri="{FF2B5EF4-FFF2-40B4-BE49-F238E27FC236}">
                <a16:creationId xmlns:a16="http://schemas.microsoft.com/office/drawing/2014/main" id="{7F1F1F8F-97B9-4740-BB4B-86F4E2F5A262}"/>
              </a:ext>
            </a:extLst>
          </p:cNvPr>
          <p:cNvSpPr txBox="1"/>
          <p:nvPr/>
        </p:nvSpPr>
        <p:spPr>
          <a:xfrm>
            <a:off x="533400" y="1790700"/>
            <a:ext cx="9197652" cy="4401205"/>
          </a:xfrm>
          <a:prstGeom prst="rect">
            <a:avLst/>
          </a:prstGeom>
          <a:noFill/>
        </p:spPr>
        <p:txBody>
          <a:bodyPr wrap="square" rtlCol="0">
            <a:spAutoFit/>
          </a:bodyPr>
          <a:lstStyle/>
          <a:p>
            <a:r>
              <a:rPr lang="en-US" sz="2000" dirty="0">
                <a:solidFill>
                  <a:srgbClr val="FFFFFF"/>
                </a:solidFill>
              </a:rPr>
              <a:t>Courses that are dropped with a “W” (before the drop date) do not count towards your grade point average.</a:t>
            </a:r>
          </a:p>
          <a:p>
            <a:endParaRPr lang="en-US" sz="2000" dirty="0">
              <a:solidFill>
                <a:srgbClr val="FFFFFF"/>
              </a:solidFill>
            </a:endParaRPr>
          </a:p>
          <a:p>
            <a:r>
              <a:rPr lang="en-US" sz="2000" dirty="0">
                <a:solidFill>
                  <a:srgbClr val="FFFFFF"/>
                </a:solidFill>
              </a:rPr>
              <a:t>Courses that give grades of satisfactory (“S”) or No Credit (“NC”) also do not count towards your grade point average. </a:t>
            </a:r>
          </a:p>
          <a:p>
            <a:endParaRPr lang="en-US" sz="2000" dirty="0">
              <a:solidFill>
                <a:srgbClr val="FFFFFF"/>
              </a:solidFill>
            </a:endParaRPr>
          </a:p>
          <a:p>
            <a:r>
              <a:rPr lang="en-US" sz="2000" dirty="0">
                <a:solidFill>
                  <a:srgbClr val="FFFFFF"/>
                </a:solidFill>
              </a:rPr>
              <a:t>Incomplete (“I”) grades are given in instances where a student has failed to complete all assigned class work and/or exams as a result of conditions beyond the student’s control. Incompletes must be requested by the student, and an “I” grade will be given to reflect the student’s </a:t>
            </a:r>
            <a:r>
              <a:rPr lang="en-US" sz="2000" i="1" dirty="0">
                <a:solidFill>
                  <a:srgbClr val="FFFFFF"/>
                </a:solidFill>
              </a:rPr>
              <a:t>current grade </a:t>
            </a:r>
            <a:r>
              <a:rPr lang="en-US" sz="2000" dirty="0">
                <a:solidFill>
                  <a:srgbClr val="FFFFFF"/>
                </a:solidFill>
              </a:rPr>
              <a:t>at the completion of the quarter. For example if a student earned a “C” without submitting all work, then they will receive an “IC”. Once incomplete work has been submitted, a student’s “I” will be replaced with the updated earned grade. </a:t>
            </a:r>
            <a:r>
              <a:rPr lang="en-US" sz="2000" b="1" dirty="0">
                <a:solidFill>
                  <a:srgbClr val="FFFFFF"/>
                </a:solidFill>
              </a:rPr>
              <a:t>“I” grades are counted towards GPA.</a:t>
            </a:r>
            <a:endParaRPr lang="en-US" sz="2000" dirty="0">
              <a:solidFill>
                <a:srgbClr val="FFFFFF"/>
              </a:solidFill>
            </a:endParaRPr>
          </a:p>
        </p:txBody>
      </p:sp>
    </p:spTree>
    <p:extLst>
      <p:ext uri="{BB962C8B-B14F-4D97-AF65-F5344CB8AC3E}">
        <p14:creationId xmlns:p14="http://schemas.microsoft.com/office/powerpoint/2010/main" val="26549493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315D2-7F57-AF2A-38D7-558098789073}"/>
              </a:ext>
            </a:extLst>
          </p:cNvPr>
          <p:cNvSpPr>
            <a:spLocks noGrp="1"/>
          </p:cNvSpPr>
          <p:nvPr>
            <p:ph type="title"/>
          </p:nvPr>
        </p:nvSpPr>
        <p:spPr>
          <a:xfrm>
            <a:off x="680557" y="1903303"/>
            <a:ext cx="7810301" cy="3051394"/>
          </a:xfrm>
        </p:spPr>
        <p:txBody>
          <a:bodyPr/>
          <a:lstStyle/>
          <a:p>
            <a:r>
              <a:rPr lang="en-US" sz="9600" dirty="0"/>
              <a:t>UTILIZING ACADEMIC RESOURCES</a:t>
            </a:r>
          </a:p>
        </p:txBody>
      </p:sp>
      <p:sp>
        <p:nvSpPr>
          <p:cNvPr id="5" name="Title 1">
            <a:extLst>
              <a:ext uri="{FF2B5EF4-FFF2-40B4-BE49-F238E27FC236}">
                <a16:creationId xmlns:a16="http://schemas.microsoft.com/office/drawing/2014/main" id="{3EF4F50D-EF92-52BD-E839-28B30DD0BD09}"/>
              </a:ext>
            </a:extLst>
          </p:cNvPr>
          <p:cNvSpPr txBox="1">
            <a:spLocks/>
          </p:cNvSpPr>
          <p:nvPr/>
        </p:nvSpPr>
        <p:spPr>
          <a:xfrm>
            <a:off x="680557" y="5733879"/>
            <a:ext cx="8961120" cy="923154"/>
          </a:xfrm>
          <a:prstGeom prst="rect">
            <a:avLst/>
          </a:prstGeom>
        </p:spPr>
        <p:txBody>
          <a:bodyPr vert="horz" lIns="0" tIns="0" rIns="0" bIns="0" rtlCol="0" anchor="ctr">
            <a:noAutofit/>
          </a:bodyPr>
          <a:lstStyle>
            <a:lvl1pPr marL="0" algn="l" defTabSz="914400" rtl="0" eaLnBrk="1" latinLnBrk="0" hangingPunct="1">
              <a:lnSpc>
                <a:spcPct val="80000"/>
              </a:lnSpc>
              <a:spcBef>
                <a:spcPts val="0"/>
              </a:spcBef>
              <a:spcAft>
                <a:spcPts val="0"/>
              </a:spcAft>
              <a:buNone/>
              <a:defRPr sz="7000" b="1" i="0" kern="1200" spc="100" baseline="0">
                <a:solidFill>
                  <a:schemeClr val="bg1"/>
                </a:solidFill>
                <a:latin typeface="+mj-lt"/>
                <a:ea typeface="+mj-ea"/>
                <a:cs typeface="Arial Black" panose="020B0604020202020204" pitchFamily="34" charset="0"/>
              </a:defRPr>
            </a:lvl1pPr>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sz="4400" b="1" i="0" u="none" strike="noStrike" kern="1200" cap="none" spc="100" normalizeH="0" baseline="0" noProof="0" dirty="0">
                <a:ln>
                  <a:noFill/>
                </a:ln>
                <a:solidFill>
                  <a:srgbClr val="FFFFFF"/>
                </a:solidFill>
                <a:effectLst/>
                <a:uLnTx/>
                <a:uFillTx/>
                <a:latin typeface="Segoe UI Black"/>
                <a:ea typeface="+mj-ea"/>
              </a:rPr>
              <a:t>Chapter 7</a:t>
            </a:r>
          </a:p>
        </p:txBody>
      </p:sp>
    </p:spTree>
    <p:extLst>
      <p:ext uri="{BB962C8B-B14F-4D97-AF65-F5344CB8AC3E}">
        <p14:creationId xmlns:p14="http://schemas.microsoft.com/office/powerpoint/2010/main" val="642725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2ABBA-2E6D-E7DD-AC67-58D1FCB3F346}"/>
              </a:ext>
            </a:extLst>
          </p:cNvPr>
          <p:cNvSpPr>
            <a:spLocks noGrp="1"/>
          </p:cNvSpPr>
          <p:nvPr>
            <p:ph type="title"/>
          </p:nvPr>
        </p:nvSpPr>
        <p:spPr>
          <a:xfrm>
            <a:off x="596581" y="450530"/>
            <a:ext cx="6400800" cy="1828800"/>
          </a:xfrm>
        </p:spPr>
        <p:txBody>
          <a:bodyPr/>
          <a:lstStyle/>
          <a:p>
            <a:r>
              <a:rPr lang="en-US" sz="6600" dirty="0">
                <a:latin typeface="Segoe UI"/>
              </a:rPr>
              <a:t>CHAPTER OBJECTIVES</a:t>
            </a:r>
          </a:p>
        </p:txBody>
      </p:sp>
      <p:sp>
        <p:nvSpPr>
          <p:cNvPr id="5" name="Text Placeholder 4">
            <a:extLst>
              <a:ext uri="{FF2B5EF4-FFF2-40B4-BE49-F238E27FC236}">
                <a16:creationId xmlns:a16="http://schemas.microsoft.com/office/drawing/2014/main" id="{59401105-5841-28D0-D6C0-3E1A46648BFE}"/>
              </a:ext>
            </a:extLst>
          </p:cNvPr>
          <p:cNvSpPr>
            <a:spLocks noGrp="1"/>
          </p:cNvSpPr>
          <p:nvPr>
            <p:ph sz="quarter" idx="14"/>
          </p:nvPr>
        </p:nvSpPr>
        <p:spPr>
          <a:xfrm>
            <a:off x="596581" y="2945848"/>
            <a:ext cx="6999514" cy="2288722"/>
          </a:xfrm>
        </p:spPr>
        <p:txBody>
          <a:bodyPr vert="horz" lIns="0" tIns="45720" rIns="91440" bIns="45720" rtlCol="0" anchor="t">
            <a:noAutofit/>
          </a:bodyPr>
          <a:lstStyle/>
          <a:p>
            <a:r>
              <a:rPr lang="en-US" dirty="0">
                <a:cs typeface="Arial"/>
              </a:rPr>
              <a:t>Identify academic services and resources provided across campus. </a:t>
            </a:r>
          </a:p>
          <a:p>
            <a:endParaRPr lang="en-US" dirty="0">
              <a:cs typeface="Arial"/>
            </a:endParaRPr>
          </a:p>
          <a:p>
            <a:endParaRPr lang="en-US" dirty="0">
              <a:cs typeface="Arial"/>
            </a:endParaRPr>
          </a:p>
          <a:p>
            <a:r>
              <a:rPr lang="en-US" dirty="0">
                <a:cs typeface="Arial"/>
              </a:rPr>
              <a:t>Articulate a plan for seeking assistance using campus resources. </a:t>
            </a:r>
          </a:p>
          <a:p>
            <a:endParaRPr lang="en-US" dirty="0">
              <a:cs typeface="Arial"/>
            </a:endParaRPr>
          </a:p>
          <a:p>
            <a:endParaRPr lang="en-US" dirty="0"/>
          </a:p>
        </p:txBody>
      </p:sp>
    </p:spTree>
    <p:extLst>
      <p:ext uri="{BB962C8B-B14F-4D97-AF65-F5344CB8AC3E}">
        <p14:creationId xmlns:p14="http://schemas.microsoft.com/office/powerpoint/2010/main" val="8426022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5B0B9689-7055-4C10-A2BF-B8D77058757E}"/>
              </a:ext>
            </a:extLst>
          </p:cNvPr>
          <p:cNvSpPr txBox="1"/>
          <p:nvPr/>
        </p:nvSpPr>
        <p:spPr>
          <a:xfrm>
            <a:off x="550505" y="335845"/>
            <a:ext cx="8462867" cy="618630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600" b="0" i="0" u="none" strike="noStrike" kern="1200" cap="none" spc="0" normalizeH="0" baseline="0" noProof="0" dirty="0">
                <a:ln>
                  <a:noFill/>
                </a:ln>
                <a:solidFill>
                  <a:srgbClr val="FFFFFF"/>
                </a:solidFill>
                <a:effectLst/>
                <a:uLnTx/>
                <a:uFillTx/>
                <a:latin typeface="Segoe UI"/>
                <a:ea typeface="+mn-ea"/>
                <a:cs typeface="+mn-cs"/>
              </a:rPr>
              <a:t>What academic resources do you know about?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600" b="0" i="0" u="none" strike="noStrike" kern="1200" cap="none" spc="0" normalizeH="0" baseline="0" noProof="0" dirty="0">
              <a:ln>
                <a:noFill/>
              </a:ln>
              <a:solidFill>
                <a:srgbClr val="003087"/>
              </a:solidFill>
              <a:effectLst/>
              <a:uLnTx/>
              <a:uFillTx/>
              <a:latin typeface="Segoe U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600" b="0" i="0" u="none" strike="noStrike" kern="1200" cap="none" spc="0" normalizeH="0" baseline="0" noProof="0" dirty="0">
                <a:ln>
                  <a:noFill/>
                </a:ln>
                <a:solidFill>
                  <a:srgbClr val="FFFFFF"/>
                </a:solidFill>
                <a:effectLst/>
                <a:uLnTx/>
                <a:uFillTx/>
                <a:latin typeface="Segoe UI"/>
                <a:ea typeface="+mn-ea"/>
                <a:cs typeface="+mn-cs"/>
              </a:rPr>
              <a:t>Have you used any of them yourself?</a:t>
            </a:r>
          </a:p>
        </p:txBody>
      </p:sp>
    </p:spTree>
    <p:extLst>
      <p:ext uri="{BB962C8B-B14F-4D97-AF65-F5344CB8AC3E}">
        <p14:creationId xmlns:p14="http://schemas.microsoft.com/office/powerpoint/2010/main" val="19784812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6FA43-637B-EF8D-3849-CFD9352B9105}"/>
              </a:ext>
            </a:extLst>
          </p:cNvPr>
          <p:cNvSpPr>
            <a:spLocks noGrp="1"/>
          </p:cNvSpPr>
          <p:nvPr>
            <p:ph type="title"/>
          </p:nvPr>
        </p:nvSpPr>
        <p:spPr>
          <a:xfrm>
            <a:off x="251163" y="193940"/>
            <a:ext cx="11689674" cy="1079973"/>
          </a:xfrm>
        </p:spPr>
        <p:txBody>
          <a:bodyPr anchor="ctr"/>
          <a:lstStyle/>
          <a:p>
            <a:r>
              <a:rPr lang="en-US" dirty="0">
                <a:latin typeface="Segoe UI" panose="020B0502040204020203" pitchFamily="34" charset="0"/>
                <a:cs typeface="Segoe UI" panose="020B0502040204020203" pitchFamily="34" charset="0"/>
              </a:rPr>
              <a:t>BULLDOG ACHIEVEMENT RESOURCE CENTER “The BARC”</a:t>
            </a:r>
          </a:p>
        </p:txBody>
      </p:sp>
      <p:pic>
        <p:nvPicPr>
          <p:cNvPr id="12" name="Picture Placeholder 11">
            <a:extLst>
              <a:ext uri="{FF2B5EF4-FFF2-40B4-BE49-F238E27FC236}">
                <a16:creationId xmlns:a16="http://schemas.microsoft.com/office/drawing/2014/main" id="{305341A4-1B00-C8F4-5862-79A826C75023}"/>
              </a:ext>
            </a:extLst>
          </p:cNvPr>
          <p:cNvPicPr>
            <a:picLocks noGrp="1" noChangeAspect="1"/>
          </p:cNvPicPr>
          <p:nvPr>
            <p:ph type="pic" sz="quarter" idx="17"/>
          </p:nvPr>
        </p:nvPicPr>
        <p:blipFill>
          <a:blip r:embed="rId3" cstate="screen">
            <a:extLst>
              <a:ext uri="{28A0092B-C50C-407E-A947-70E740481C1C}">
                <a14:useLocalDpi xmlns:a14="http://schemas.microsoft.com/office/drawing/2010/main"/>
              </a:ext>
            </a:extLst>
          </a:blip>
          <a:stretch>
            <a:fillRect/>
          </a:stretch>
        </p:blipFill>
        <p:spPr>
          <a:xfrm>
            <a:off x="7343191" y="1273913"/>
            <a:ext cx="4126800" cy="3095100"/>
          </a:xfrm>
        </p:spPr>
      </p:pic>
      <p:sp>
        <p:nvSpPr>
          <p:cNvPr id="5" name="Text Placeholder 4">
            <a:extLst>
              <a:ext uri="{FF2B5EF4-FFF2-40B4-BE49-F238E27FC236}">
                <a16:creationId xmlns:a16="http://schemas.microsoft.com/office/drawing/2014/main" id="{7015D5B4-5EE7-4CB8-8697-01BD4F744AF7}"/>
              </a:ext>
            </a:extLst>
          </p:cNvPr>
          <p:cNvSpPr txBox="1">
            <a:spLocks/>
          </p:cNvSpPr>
          <p:nvPr/>
        </p:nvSpPr>
        <p:spPr>
          <a:xfrm>
            <a:off x="251163" y="2415057"/>
            <a:ext cx="5606144" cy="1743788"/>
          </a:xfrm>
          <a:prstGeom prst="rect">
            <a:avLst/>
          </a:prstGeom>
        </p:spPr>
        <p:txBody>
          <a:bodyPr vert="horz" lIns="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000" b="0" i="0" u="none" strike="noStrike" kern="1200" cap="none" spc="0" normalizeH="0" baseline="0" noProof="0" dirty="0">
              <a:ln>
                <a:noFill/>
              </a:ln>
              <a:solidFill>
                <a:srgbClr val="FFFFFF"/>
              </a:solidFill>
              <a:effectLst/>
              <a:uLnTx/>
              <a:uFillTx/>
              <a:latin typeface="Segoe UI"/>
              <a:ea typeface="+mn-ea"/>
              <a:cs typeface="Arial"/>
            </a:endParaRPr>
          </a:p>
        </p:txBody>
      </p:sp>
      <p:sp>
        <p:nvSpPr>
          <p:cNvPr id="6" name="Text Placeholder 4">
            <a:extLst>
              <a:ext uri="{FF2B5EF4-FFF2-40B4-BE49-F238E27FC236}">
                <a16:creationId xmlns:a16="http://schemas.microsoft.com/office/drawing/2014/main" id="{EF364620-EF01-4E79-B553-CFDAD29BBB21}"/>
              </a:ext>
            </a:extLst>
          </p:cNvPr>
          <p:cNvSpPr txBox="1">
            <a:spLocks/>
          </p:cNvSpPr>
          <p:nvPr/>
        </p:nvSpPr>
        <p:spPr>
          <a:xfrm>
            <a:off x="251162" y="1739400"/>
            <a:ext cx="7092029" cy="6368901"/>
          </a:xfrm>
          <a:prstGeom prst="rect">
            <a:avLst/>
          </a:prstGeom>
        </p:spPr>
        <p:txBody>
          <a:bodyPr vert="horz" lIns="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srgbClr val="FFFFFF"/>
                </a:solidFill>
                <a:effectLst/>
                <a:uLnTx/>
                <a:uFillTx/>
                <a:latin typeface="Segoe UI"/>
                <a:ea typeface="+mn-ea"/>
                <a:cs typeface="Arial"/>
              </a:rPr>
              <a:t>WHERE IS IT?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rgbClr val="FFFFFF"/>
                </a:solidFill>
                <a:effectLst/>
                <a:uLnTx/>
                <a:uFillTx/>
                <a:latin typeface="Segoe UI"/>
                <a:ea typeface="+mn-ea"/>
                <a:cs typeface="Arial"/>
              </a:rPr>
              <a:t>Wyly Tower Main Floor – Room 202</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rgbClr val="FFFFFF"/>
                </a:solidFill>
                <a:effectLst/>
                <a:uLnTx/>
                <a:uFillTx/>
                <a:latin typeface="Segoe UI"/>
                <a:ea typeface="+mn-ea"/>
                <a:cs typeface="Arial"/>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srgbClr val="FFFFFF"/>
                </a:solidFill>
                <a:effectLst/>
                <a:uLnTx/>
                <a:uFillTx/>
                <a:latin typeface="Segoe UI"/>
                <a:ea typeface="+mn-ea"/>
                <a:cs typeface="Arial"/>
              </a:rPr>
              <a:t>WHAT SERVICES ARE OFFERED?</a:t>
            </a: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FFFFFF"/>
                </a:solidFill>
                <a:effectLst/>
                <a:uLnTx/>
                <a:uFillTx/>
                <a:latin typeface="Segoe UI"/>
                <a:ea typeface="+mn-ea"/>
                <a:cs typeface="Arial"/>
              </a:rPr>
              <a:t>Tutoring </a:t>
            </a:r>
            <a:r>
              <a:rPr kumimoji="0" lang="en-US" sz="1800" b="0" i="0" u="none" strike="noStrike" kern="1200" cap="none" spc="0" normalizeH="0" baseline="0" noProof="0" dirty="0">
                <a:ln>
                  <a:noFill/>
                </a:ln>
                <a:solidFill>
                  <a:srgbClr val="FFFFFF"/>
                </a:solidFill>
                <a:effectLst/>
                <a:uLnTx/>
                <a:uFillTx/>
                <a:latin typeface="Segoe UI"/>
                <a:ea typeface="+mn-ea"/>
                <a:cs typeface="Arial"/>
              </a:rPr>
              <a:t>(Chemistry, Math, Physics, and Statistics) – Room 226</a:t>
            </a: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FFFFFF"/>
                </a:solidFill>
                <a:effectLst/>
                <a:uLnTx/>
                <a:uFillTx/>
                <a:latin typeface="Segoe UI"/>
                <a:ea typeface="+mn-ea"/>
                <a:cs typeface="Arial"/>
              </a:rPr>
              <a:t>Writing Assistance – Room 325</a:t>
            </a: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FFFFFF"/>
                </a:solidFill>
                <a:effectLst/>
                <a:uLnTx/>
                <a:uFillTx/>
                <a:latin typeface="Segoe UI"/>
                <a:ea typeface="+mn-ea"/>
                <a:cs typeface="Arial"/>
              </a:rPr>
              <a:t>Campus Resource Referrals</a:t>
            </a: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FFFFFF"/>
                </a:solidFill>
                <a:effectLst/>
                <a:uLnTx/>
                <a:uFillTx/>
                <a:latin typeface="Segoe UI"/>
                <a:ea typeface="+mn-ea"/>
                <a:cs typeface="Arial"/>
              </a:rPr>
              <a:t>Academic Advising Assistance </a:t>
            </a: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FFFFFF"/>
                </a:solidFill>
                <a:effectLst/>
                <a:uLnTx/>
                <a:uFillTx/>
                <a:latin typeface="Segoe UI"/>
                <a:ea typeface="+mn-ea"/>
                <a:cs typeface="Arial"/>
              </a:rPr>
              <a:t>First-Year Experience (FYE) Program</a:t>
            </a: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FFFFFF"/>
                </a:solidFill>
                <a:effectLst/>
                <a:uLnTx/>
                <a:uFillTx/>
                <a:latin typeface="Segoe UI"/>
                <a:ea typeface="+mn-ea"/>
                <a:cs typeface="Arial"/>
              </a:rPr>
              <a:t>Residential Life Offices</a:t>
            </a: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FFFFFF"/>
                </a:solidFill>
                <a:effectLst/>
                <a:uLnTx/>
                <a:uFillTx/>
                <a:latin typeface="Segoe UI"/>
                <a:ea typeface="+mn-ea"/>
                <a:cs typeface="Arial"/>
              </a:rPr>
              <a:t>New Student Orientation</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000" b="1" i="0" u="none" strike="noStrike" kern="1200" cap="none" spc="0" normalizeH="0" baseline="0" noProof="0" dirty="0">
              <a:ln>
                <a:noFill/>
              </a:ln>
              <a:solidFill>
                <a:srgbClr val="FFFFFF"/>
              </a:solidFill>
              <a:effectLst/>
              <a:uLnTx/>
              <a:uFillTx/>
              <a:latin typeface="Segoe UI"/>
              <a:ea typeface="+mn-ea"/>
              <a:cs typeface="Arial"/>
            </a:endParaRPr>
          </a:p>
        </p:txBody>
      </p:sp>
    </p:spTree>
    <p:extLst>
      <p:ext uri="{BB962C8B-B14F-4D97-AF65-F5344CB8AC3E}">
        <p14:creationId xmlns:p14="http://schemas.microsoft.com/office/powerpoint/2010/main" val="19550369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6FA43-637B-EF8D-3849-CFD9352B9105}"/>
              </a:ext>
            </a:extLst>
          </p:cNvPr>
          <p:cNvSpPr>
            <a:spLocks noGrp="1"/>
          </p:cNvSpPr>
          <p:nvPr>
            <p:ph type="title"/>
          </p:nvPr>
        </p:nvSpPr>
        <p:spPr>
          <a:xfrm>
            <a:off x="251163" y="193940"/>
            <a:ext cx="11689674" cy="1079973"/>
          </a:xfrm>
        </p:spPr>
        <p:txBody>
          <a:bodyPr anchor="ctr"/>
          <a:lstStyle/>
          <a:p>
            <a:r>
              <a:rPr lang="en-US" dirty="0">
                <a:latin typeface="Segoe UI" panose="020B0502040204020203" pitchFamily="34" charset="0"/>
                <a:cs typeface="Segoe UI" panose="020B0502040204020203" pitchFamily="34" charset="0"/>
              </a:rPr>
              <a:t>THE HONORS COLLEGE</a:t>
            </a:r>
          </a:p>
        </p:txBody>
      </p:sp>
      <p:sp>
        <p:nvSpPr>
          <p:cNvPr id="5" name="Text Placeholder 4">
            <a:extLst>
              <a:ext uri="{FF2B5EF4-FFF2-40B4-BE49-F238E27FC236}">
                <a16:creationId xmlns:a16="http://schemas.microsoft.com/office/drawing/2014/main" id="{7015D5B4-5EE7-4CB8-8697-01BD4F744AF7}"/>
              </a:ext>
            </a:extLst>
          </p:cNvPr>
          <p:cNvSpPr txBox="1">
            <a:spLocks/>
          </p:cNvSpPr>
          <p:nvPr/>
        </p:nvSpPr>
        <p:spPr>
          <a:xfrm>
            <a:off x="251163" y="2415057"/>
            <a:ext cx="5606144" cy="1743788"/>
          </a:xfrm>
          <a:prstGeom prst="rect">
            <a:avLst/>
          </a:prstGeom>
        </p:spPr>
        <p:txBody>
          <a:bodyPr vert="horz" lIns="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000" b="0" i="0" u="none" strike="noStrike" kern="1200" cap="none" spc="0" normalizeH="0" baseline="0" noProof="0" dirty="0">
              <a:ln>
                <a:noFill/>
              </a:ln>
              <a:solidFill>
                <a:srgbClr val="FFFFFF"/>
              </a:solidFill>
              <a:effectLst/>
              <a:uLnTx/>
              <a:uFillTx/>
              <a:latin typeface="Segoe UI"/>
              <a:ea typeface="+mn-ea"/>
              <a:cs typeface="Arial"/>
            </a:endParaRPr>
          </a:p>
        </p:txBody>
      </p:sp>
      <p:sp>
        <p:nvSpPr>
          <p:cNvPr id="6" name="Text Placeholder 4">
            <a:extLst>
              <a:ext uri="{FF2B5EF4-FFF2-40B4-BE49-F238E27FC236}">
                <a16:creationId xmlns:a16="http://schemas.microsoft.com/office/drawing/2014/main" id="{EF364620-EF01-4E79-B553-CFDAD29BBB21}"/>
              </a:ext>
            </a:extLst>
          </p:cNvPr>
          <p:cNvSpPr txBox="1">
            <a:spLocks/>
          </p:cNvSpPr>
          <p:nvPr/>
        </p:nvSpPr>
        <p:spPr>
          <a:xfrm>
            <a:off x="251163" y="1176227"/>
            <a:ext cx="6485539" cy="5075284"/>
          </a:xfrm>
          <a:prstGeom prst="rect">
            <a:avLst/>
          </a:prstGeom>
        </p:spPr>
        <p:txBody>
          <a:bodyPr vert="horz" lIns="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srgbClr val="FFFFFF"/>
                </a:solidFill>
                <a:effectLst/>
                <a:uLnTx/>
                <a:uFillTx/>
                <a:latin typeface="Segoe UI"/>
                <a:ea typeface="+mn-ea"/>
                <a:cs typeface="Arial"/>
              </a:rPr>
              <a:t>WHERE IS IT?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srgbClr val="FFFFFF"/>
                </a:solidFill>
                <a:effectLst/>
                <a:uLnTx/>
                <a:uFillTx/>
                <a:latin typeface="Segoe UI"/>
                <a:ea typeface="+mn-ea"/>
                <a:cs typeface="Arial"/>
              </a:rPr>
              <a:t>University Hall – honors@latech.edu</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Arial"/>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srgbClr val="FFFFFF"/>
                </a:solidFill>
                <a:effectLst/>
                <a:uLnTx/>
                <a:uFillTx/>
                <a:latin typeface="Segoe UI"/>
                <a:ea typeface="+mn-ea"/>
                <a:cs typeface="Arial"/>
              </a:rPr>
              <a:t>WHAT IS IT?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srgbClr val="FFFFFF"/>
                </a:solidFill>
                <a:effectLst/>
                <a:uLnTx/>
                <a:uFillTx/>
                <a:latin typeface="Segoe UI"/>
                <a:ea typeface="+mn-ea"/>
                <a:cs typeface="Arial"/>
              </a:rPr>
              <a:t>Selective program that provides students with an elevated college experience. Includes a 21-credit hour curriculum threaded with an e-portfolio that students develop themselves.</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Arial"/>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srgbClr val="FFFFFF"/>
                </a:solidFill>
                <a:effectLst/>
                <a:uLnTx/>
                <a:uFillTx/>
                <a:latin typeface="Segoe UI"/>
                <a:ea typeface="+mn-ea"/>
                <a:cs typeface="Arial"/>
              </a:rPr>
              <a:t>HONORS PROGRAM BENEFITS:</a:t>
            </a: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FFFFFF"/>
                </a:solidFill>
                <a:effectLst/>
                <a:uLnTx/>
                <a:uFillTx/>
                <a:latin typeface="Segoe UI"/>
                <a:ea typeface="+mn-ea"/>
                <a:cs typeface="Arial"/>
              </a:rPr>
              <a:t>Honors College distinction at graduation and on transcript.</a:t>
            </a: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FFFFFF"/>
                </a:solidFill>
                <a:effectLst/>
                <a:uLnTx/>
                <a:uFillTx/>
                <a:latin typeface="Segoe UI"/>
                <a:ea typeface="+mn-ea"/>
                <a:cs typeface="Arial"/>
              </a:rPr>
              <a:t>Smaller than average class sizes</a:t>
            </a: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FFFFFF"/>
                </a:solidFill>
                <a:effectLst/>
                <a:uLnTx/>
                <a:uFillTx/>
                <a:latin typeface="Segoe UI"/>
                <a:ea typeface="+mn-ea"/>
                <a:cs typeface="Arial"/>
              </a:rPr>
              <a:t>Priority registration for classes</a:t>
            </a: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FFFFFF"/>
                </a:solidFill>
                <a:effectLst/>
                <a:uLnTx/>
                <a:uFillTx/>
                <a:latin typeface="Segoe UI"/>
                <a:ea typeface="+mn-ea"/>
                <a:cs typeface="Arial"/>
              </a:rPr>
              <a:t>Specialized honors advising</a:t>
            </a: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FFFFFF"/>
                </a:solidFill>
                <a:effectLst/>
                <a:uLnTx/>
                <a:uFillTx/>
                <a:latin typeface="Segoe UI"/>
                <a:ea typeface="+mn-ea"/>
                <a:cs typeface="Arial"/>
              </a:rPr>
              <a:t>Opportunity to live in designated honors housing</a:t>
            </a: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FFFFFF"/>
                </a:solidFill>
                <a:effectLst/>
                <a:uLnTx/>
                <a:uFillTx/>
                <a:latin typeface="Segoe UI"/>
                <a:ea typeface="+mn-ea"/>
                <a:cs typeface="Arial"/>
              </a:rPr>
              <a:t>Access to honors cultural, social, and academic events.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000" b="1" i="0" u="none" strike="noStrike" kern="1200" cap="none" spc="0" normalizeH="0" baseline="0" noProof="0" dirty="0">
              <a:ln>
                <a:noFill/>
              </a:ln>
              <a:solidFill>
                <a:srgbClr val="FFFFFF"/>
              </a:solidFill>
              <a:effectLst/>
              <a:uLnTx/>
              <a:uFillTx/>
              <a:latin typeface="Segoe UI"/>
              <a:ea typeface="+mn-ea"/>
              <a:cs typeface="Arial"/>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srgbClr val="FFFFFF"/>
              </a:solidFill>
              <a:effectLst/>
              <a:uLnTx/>
              <a:uFillTx/>
              <a:latin typeface="Segoe UI"/>
              <a:ea typeface="+mn-ea"/>
              <a:cs typeface="Arial"/>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000" b="1" i="0" u="none" strike="noStrike" kern="1200" cap="none" spc="0" normalizeH="0" baseline="0" noProof="0" dirty="0">
              <a:ln>
                <a:noFill/>
              </a:ln>
              <a:solidFill>
                <a:srgbClr val="FFFFFF"/>
              </a:solidFill>
              <a:effectLst/>
              <a:uLnTx/>
              <a:uFillTx/>
              <a:latin typeface="Segoe UI"/>
              <a:ea typeface="+mn-ea"/>
              <a:cs typeface="Arial"/>
            </a:endParaRPr>
          </a:p>
        </p:txBody>
      </p:sp>
      <p:pic>
        <p:nvPicPr>
          <p:cNvPr id="7" name="Picture Placeholder 11">
            <a:extLst>
              <a:ext uri="{FF2B5EF4-FFF2-40B4-BE49-F238E27FC236}">
                <a16:creationId xmlns:a16="http://schemas.microsoft.com/office/drawing/2014/main" id="{779593DA-D731-427F-ACB5-12EC07A915A6}"/>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6450563" y="245730"/>
            <a:ext cx="5047861" cy="3564293"/>
          </a:xfrm>
          <a:custGeom>
            <a:avLst/>
            <a:gdLst>
              <a:gd name="connsiteX0" fmla="*/ 2063400 w 4126800"/>
              <a:gd name="connsiteY0" fmla="*/ 0 h 4126800"/>
              <a:gd name="connsiteX1" fmla="*/ 4126800 w 4126800"/>
              <a:gd name="connsiteY1" fmla="*/ 2063400 h 4126800"/>
              <a:gd name="connsiteX2" fmla="*/ 2063400 w 4126800"/>
              <a:gd name="connsiteY2" fmla="*/ 4126800 h 4126800"/>
              <a:gd name="connsiteX3" fmla="*/ 0 w 4126800"/>
              <a:gd name="connsiteY3" fmla="*/ 2063400 h 4126800"/>
              <a:gd name="connsiteX4" fmla="*/ 2063400 w 4126800"/>
              <a:gd name="connsiteY4" fmla="*/ 0 h 4126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6800" h="4126800">
                <a:moveTo>
                  <a:pt x="2063400" y="0"/>
                </a:moveTo>
                <a:cubicBezTo>
                  <a:pt x="3202984" y="0"/>
                  <a:pt x="4126800" y="923816"/>
                  <a:pt x="4126800" y="2063400"/>
                </a:cubicBezTo>
                <a:cubicBezTo>
                  <a:pt x="4126800" y="3202984"/>
                  <a:pt x="3202984" y="4126800"/>
                  <a:pt x="2063400" y="4126800"/>
                </a:cubicBezTo>
                <a:cubicBezTo>
                  <a:pt x="923816" y="4126800"/>
                  <a:pt x="0" y="3202984"/>
                  <a:pt x="0" y="2063400"/>
                </a:cubicBezTo>
                <a:cubicBezTo>
                  <a:pt x="0" y="923816"/>
                  <a:pt x="923816" y="0"/>
                  <a:pt x="2063400" y="0"/>
                </a:cubicBezTo>
                <a:close/>
              </a:path>
            </a:pathLst>
          </a:custGeom>
        </p:spPr>
      </p:pic>
      <p:pic>
        <p:nvPicPr>
          <p:cNvPr id="12" name="Picture Placeholder 11">
            <a:extLst>
              <a:ext uri="{FF2B5EF4-FFF2-40B4-BE49-F238E27FC236}">
                <a16:creationId xmlns:a16="http://schemas.microsoft.com/office/drawing/2014/main" id="{305341A4-1B00-C8F4-5862-79A826C75023}"/>
              </a:ext>
            </a:extLst>
          </p:cNvPr>
          <p:cNvPicPr>
            <a:picLocks noGrp="1" noChangeAspect="1"/>
          </p:cNvPicPr>
          <p:nvPr>
            <p:ph type="pic" sz="quarter" idx="17"/>
          </p:nvPr>
        </p:nvPicPr>
        <p:blipFill rotWithShape="1">
          <a:blip r:embed="rId4" cstate="screen">
            <a:extLst>
              <a:ext uri="{28A0092B-C50C-407E-A947-70E740481C1C}">
                <a14:useLocalDpi xmlns:a14="http://schemas.microsoft.com/office/drawing/2010/main"/>
              </a:ext>
            </a:extLst>
          </a:blip>
          <a:srcRect/>
          <a:stretch/>
        </p:blipFill>
        <p:spPr>
          <a:xfrm>
            <a:off x="7572553" y="4142792"/>
            <a:ext cx="2521268" cy="2521268"/>
          </a:xfrm>
        </p:spPr>
      </p:pic>
    </p:spTree>
    <p:extLst>
      <p:ext uri="{BB962C8B-B14F-4D97-AF65-F5344CB8AC3E}">
        <p14:creationId xmlns:p14="http://schemas.microsoft.com/office/powerpoint/2010/main" val="24131254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6FA43-637B-EF8D-3849-CFD9352B9105}"/>
              </a:ext>
            </a:extLst>
          </p:cNvPr>
          <p:cNvSpPr>
            <a:spLocks noGrp="1"/>
          </p:cNvSpPr>
          <p:nvPr>
            <p:ph type="title"/>
          </p:nvPr>
        </p:nvSpPr>
        <p:spPr>
          <a:xfrm>
            <a:off x="251163" y="193940"/>
            <a:ext cx="11689674" cy="1079973"/>
          </a:xfrm>
        </p:spPr>
        <p:txBody>
          <a:bodyPr anchor="ctr"/>
          <a:lstStyle/>
          <a:p>
            <a:r>
              <a:rPr lang="en-US" dirty="0">
                <a:latin typeface="Segoe UI" panose="020B0502040204020203" pitchFamily="34" charset="0"/>
                <a:cs typeface="Segoe UI" panose="020B0502040204020203" pitchFamily="34" charset="0"/>
              </a:rPr>
              <a:t>LIBRARY SERVICES</a:t>
            </a:r>
          </a:p>
        </p:txBody>
      </p:sp>
      <p:pic>
        <p:nvPicPr>
          <p:cNvPr id="12" name="Picture Placeholder 11">
            <a:extLst>
              <a:ext uri="{FF2B5EF4-FFF2-40B4-BE49-F238E27FC236}">
                <a16:creationId xmlns:a16="http://schemas.microsoft.com/office/drawing/2014/main" id="{305341A4-1B00-C8F4-5862-79A826C75023}"/>
              </a:ext>
            </a:extLst>
          </p:cNvPr>
          <p:cNvPicPr>
            <a:picLocks noGrp="1" noChangeAspect="1"/>
          </p:cNvPicPr>
          <p:nvPr>
            <p:ph type="pic" sz="quarter" idx="17"/>
          </p:nvPr>
        </p:nvPicPr>
        <p:blipFill>
          <a:blip r:embed="rId3" cstate="screen">
            <a:extLst>
              <a:ext uri="{28A0092B-C50C-407E-A947-70E740481C1C}">
                <a14:useLocalDpi xmlns:a14="http://schemas.microsoft.com/office/drawing/2010/main"/>
              </a:ext>
            </a:extLst>
          </a:blip>
          <a:stretch>
            <a:fillRect/>
          </a:stretch>
        </p:blipFill>
        <p:spPr>
          <a:xfrm>
            <a:off x="6669891" y="250931"/>
            <a:ext cx="5481098" cy="3653494"/>
          </a:xfrm>
        </p:spPr>
      </p:pic>
      <p:sp>
        <p:nvSpPr>
          <p:cNvPr id="5" name="Text Placeholder 4">
            <a:extLst>
              <a:ext uri="{FF2B5EF4-FFF2-40B4-BE49-F238E27FC236}">
                <a16:creationId xmlns:a16="http://schemas.microsoft.com/office/drawing/2014/main" id="{7015D5B4-5EE7-4CB8-8697-01BD4F744AF7}"/>
              </a:ext>
            </a:extLst>
          </p:cNvPr>
          <p:cNvSpPr txBox="1">
            <a:spLocks/>
          </p:cNvSpPr>
          <p:nvPr/>
        </p:nvSpPr>
        <p:spPr>
          <a:xfrm>
            <a:off x="251163" y="2415057"/>
            <a:ext cx="5606144" cy="1743788"/>
          </a:xfrm>
          <a:prstGeom prst="rect">
            <a:avLst/>
          </a:prstGeom>
        </p:spPr>
        <p:txBody>
          <a:bodyPr vert="horz" lIns="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000" b="0" i="0" u="none" strike="noStrike" kern="1200" cap="none" spc="0" normalizeH="0" baseline="0" noProof="0" dirty="0">
              <a:ln>
                <a:noFill/>
              </a:ln>
              <a:solidFill>
                <a:srgbClr val="FFFFFF"/>
              </a:solidFill>
              <a:effectLst/>
              <a:uLnTx/>
              <a:uFillTx/>
              <a:latin typeface="Segoe UI"/>
              <a:ea typeface="+mn-ea"/>
              <a:cs typeface="Arial"/>
            </a:endParaRPr>
          </a:p>
        </p:txBody>
      </p:sp>
      <p:sp>
        <p:nvSpPr>
          <p:cNvPr id="6" name="Text Placeholder 4">
            <a:extLst>
              <a:ext uri="{FF2B5EF4-FFF2-40B4-BE49-F238E27FC236}">
                <a16:creationId xmlns:a16="http://schemas.microsoft.com/office/drawing/2014/main" id="{EF364620-EF01-4E79-B553-CFDAD29BBB21}"/>
              </a:ext>
            </a:extLst>
          </p:cNvPr>
          <p:cNvSpPr txBox="1">
            <a:spLocks/>
          </p:cNvSpPr>
          <p:nvPr/>
        </p:nvSpPr>
        <p:spPr>
          <a:xfrm>
            <a:off x="251162" y="1273913"/>
            <a:ext cx="7092029" cy="6368901"/>
          </a:xfrm>
          <a:prstGeom prst="rect">
            <a:avLst/>
          </a:prstGeom>
        </p:spPr>
        <p:txBody>
          <a:bodyPr vert="horz" lIns="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srgbClr val="FFFFFF"/>
                </a:solidFill>
                <a:effectLst/>
                <a:uLnTx/>
                <a:uFillTx/>
                <a:latin typeface="Segoe UI"/>
                <a:ea typeface="+mn-ea"/>
                <a:cs typeface="Arial"/>
              </a:rPr>
              <a:t>WHERE IS IT?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rgbClr val="FFFFFF"/>
                </a:solidFill>
                <a:effectLst/>
                <a:uLnTx/>
                <a:uFillTx/>
                <a:latin typeface="Segoe UI"/>
                <a:ea typeface="+mn-ea"/>
                <a:cs typeface="Arial"/>
              </a:rPr>
              <a:t>Prescott Memorial Library</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rgbClr val="FFFFFF"/>
                </a:solidFill>
                <a:effectLst/>
                <a:uLnTx/>
                <a:uFillTx/>
                <a:latin typeface="Segoe UI"/>
                <a:ea typeface="+mn-ea"/>
                <a:cs typeface="Arial"/>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srgbClr val="FFFFFF"/>
                </a:solidFill>
                <a:effectLst/>
                <a:uLnTx/>
                <a:uFillTx/>
                <a:latin typeface="Segoe UI"/>
                <a:ea typeface="+mn-ea"/>
                <a:cs typeface="Arial"/>
              </a:rPr>
              <a:t>WHAT SERVICES ARE OFFERED?</a:t>
            </a:r>
          </a:p>
          <a:p>
            <a:pPr marL="36576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FFFFFF"/>
                </a:solidFill>
                <a:effectLst/>
                <a:uLnTx/>
                <a:uFillTx/>
                <a:latin typeface="Segoe UI"/>
                <a:ea typeface="+mn-ea"/>
                <a:cs typeface="Arial"/>
              </a:rPr>
              <a:t>Research Service Librarians to help with research projects</a:t>
            </a:r>
          </a:p>
          <a:p>
            <a:pPr marL="36576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FFFFFF"/>
                </a:solidFill>
                <a:effectLst/>
                <a:uLnTx/>
                <a:uFillTx/>
                <a:latin typeface="Segoe UI"/>
                <a:ea typeface="+mn-ea"/>
                <a:cs typeface="Arial"/>
              </a:rPr>
              <a:t>Access to over three million books, e-books, journals, magazines, newspapers,  government documents, and more. </a:t>
            </a:r>
          </a:p>
          <a:p>
            <a:pPr marL="36576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FFFFFF"/>
                </a:solidFill>
                <a:effectLst/>
                <a:uLnTx/>
                <a:uFillTx/>
                <a:latin typeface="Segoe UI"/>
                <a:ea typeface="+mn-ea"/>
                <a:cs typeface="Arial"/>
              </a:rPr>
              <a:t>One of 46 regional Government Document Depositories</a:t>
            </a:r>
          </a:p>
          <a:p>
            <a:pPr marL="36576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FFFFFF"/>
                </a:solidFill>
                <a:effectLst/>
                <a:uLnTx/>
                <a:uFillTx/>
                <a:latin typeface="Segoe UI"/>
                <a:ea typeface="+mn-ea"/>
                <a:cs typeface="Arial"/>
              </a:rPr>
              <a:t>Special Collections, Manuscripts, &amp; Archives</a:t>
            </a:r>
          </a:p>
          <a:p>
            <a:pPr marL="36576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FFFFFF"/>
                </a:solidFill>
                <a:effectLst/>
                <a:uLnTx/>
                <a:uFillTx/>
                <a:latin typeface="Segoe UI"/>
                <a:ea typeface="+mn-ea"/>
                <a:cs typeface="Arial"/>
              </a:rPr>
              <a:t>Individual and Group Study Seating</a:t>
            </a:r>
          </a:p>
          <a:p>
            <a:pPr marL="36576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FFFFFF"/>
                </a:solidFill>
                <a:effectLst/>
                <a:uLnTx/>
                <a:uFillTx/>
                <a:latin typeface="Segoe UI"/>
                <a:ea typeface="+mn-ea"/>
                <a:cs typeface="Arial"/>
              </a:rPr>
              <a:t>Laptop Rentals</a:t>
            </a:r>
          </a:p>
          <a:p>
            <a:pPr marL="36576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FFFFFF"/>
                </a:solidFill>
                <a:effectLst/>
                <a:uLnTx/>
                <a:uFillTx/>
                <a:latin typeface="Segoe UI"/>
                <a:ea typeface="+mn-ea"/>
                <a:cs typeface="Arial"/>
              </a:rPr>
              <a:t>Computer &amp; Print Lab</a:t>
            </a:r>
          </a:p>
        </p:txBody>
      </p:sp>
    </p:spTree>
    <p:extLst>
      <p:ext uri="{BB962C8B-B14F-4D97-AF65-F5344CB8AC3E}">
        <p14:creationId xmlns:p14="http://schemas.microsoft.com/office/powerpoint/2010/main" val="797782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6FA43-637B-EF8D-3849-CFD9352B9105}"/>
              </a:ext>
            </a:extLst>
          </p:cNvPr>
          <p:cNvSpPr>
            <a:spLocks noGrp="1"/>
          </p:cNvSpPr>
          <p:nvPr>
            <p:ph type="title"/>
          </p:nvPr>
        </p:nvSpPr>
        <p:spPr>
          <a:xfrm>
            <a:off x="251163" y="193940"/>
            <a:ext cx="11689674" cy="1079973"/>
          </a:xfrm>
        </p:spPr>
        <p:txBody>
          <a:bodyPr anchor="ctr"/>
          <a:lstStyle/>
          <a:p>
            <a:r>
              <a:rPr lang="en-US" dirty="0">
                <a:latin typeface="Segoe UI" panose="020B0502040204020203" pitchFamily="34" charset="0"/>
                <a:cs typeface="Segoe UI" panose="020B0502040204020203" pitchFamily="34" charset="0"/>
              </a:rPr>
              <a:t>THE REGISTRAR’S OFFICE</a:t>
            </a:r>
          </a:p>
        </p:txBody>
      </p:sp>
      <p:pic>
        <p:nvPicPr>
          <p:cNvPr id="12" name="Picture Placeholder 11">
            <a:extLst>
              <a:ext uri="{FF2B5EF4-FFF2-40B4-BE49-F238E27FC236}">
                <a16:creationId xmlns:a16="http://schemas.microsoft.com/office/drawing/2014/main" id="{305341A4-1B00-C8F4-5862-79A826C75023}"/>
              </a:ext>
            </a:extLst>
          </p:cNvPr>
          <p:cNvPicPr>
            <a:picLocks noGrp="1" noChangeAspect="1"/>
          </p:cNvPicPr>
          <p:nvPr>
            <p:ph type="pic" sz="quarter" idx="17"/>
          </p:nvPr>
        </p:nvPicPr>
        <p:blipFill>
          <a:blip r:embed="rId3" cstate="screen">
            <a:extLst>
              <a:ext uri="{28A0092B-C50C-407E-A947-70E740481C1C}">
                <a14:useLocalDpi xmlns:a14="http://schemas.microsoft.com/office/drawing/2010/main"/>
              </a:ext>
            </a:extLst>
          </a:blip>
          <a:stretch>
            <a:fillRect/>
          </a:stretch>
        </p:blipFill>
        <p:spPr>
          <a:xfrm>
            <a:off x="7060835" y="1273913"/>
            <a:ext cx="4880002" cy="3165792"/>
          </a:xfrm>
        </p:spPr>
      </p:pic>
      <p:sp>
        <p:nvSpPr>
          <p:cNvPr id="5" name="Text Placeholder 4">
            <a:extLst>
              <a:ext uri="{FF2B5EF4-FFF2-40B4-BE49-F238E27FC236}">
                <a16:creationId xmlns:a16="http://schemas.microsoft.com/office/drawing/2014/main" id="{7015D5B4-5EE7-4CB8-8697-01BD4F744AF7}"/>
              </a:ext>
            </a:extLst>
          </p:cNvPr>
          <p:cNvSpPr txBox="1">
            <a:spLocks/>
          </p:cNvSpPr>
          <p:nvPr/>
        </p:nvSpPr>
        <p:spPr>
          <a:xfrm>
            <a:off x="251163" y="2415057"/>
            <a:ext cx="5606144" cy="1743788"/>
          </a:xfrm>
          <a:prstGeom prst="rect">
            <a:avLst/>
          </a:prstGeom>
        </p:spPr>
        <p:txBody>
          <a:bodyPr vert="horz" lIns="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000" b="0" i="0" u="none" strike="noStrike" kern="1200" cap="none" spc="0" normalizeH="0" baseline="0" noProof="0" dirty="0">
              <a:ln>
                <a:noFill/>
              </a:ln>
              <a:solidFill>
                <a:srgbClr val="FFFFFF"/>
              </a:solidFill>
              <a:effectLst/>
              <a:uLnTx/>
              <a:uFillTx/>
              <a:latin typeface="Segoe UI"/>
              <a:ea typeface="+mn-ea"/>
              <a:cs typeface="Arial"/>
            </a:endParaRPr>
          </a:p>
        </p:txBody>
      </p:sp>
      <p:sp>
        <p:nvSpPr>
          <p:cNvPr id="6" name="Text Placeholder 4">
            <a:extLst>
              <a:ext uri="{FF2B5EF4-FFF2-40B4-BE49-F238E27FC236}">
                <a16:creationId xmlns:a16="http://schemas.microsoft.com/office/drawing/2014/main" id="{EF364620-EF01-4E79-B553-CFDAD29BBB21}"/>
              </a:ext>
            </a:extLst>
          </p:cNvPr>
          <p:cNvSpPr txBox="1">
            <a:spLocks/>
          </p:cNvSpPr>
          <p:nvPr/>
        </p:nvSpPr>
        <p:spPr>
          <a:xfrm>
            <a:off x="251163" y="1273913"/>
            <a:ext cx="7092029" cy="6368901"/>
          </a:xfrm>
          <a:prstGeom prst="rect">
            <a:avLst/>
          </a:prstGeom>
        </p:spPr>
        <p:txBody>
          <a:bodyPr vert="horz" lIns="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srgbClr val="FFFFFF"/>
                </a:solidFill>
                <a:effectLst/>
                <a:uLnTx/>
                <a:uFillTx/>
                <a:latin typeface="Segoe UI"/>
                <a:ea typeface="+mn-ea"/>
                <a:cs typeface="Arial"/>
              </a:rPr>
              <a:t>WHERE IS IT?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rgbClr val="FFFFFF"/>
                </a:solidFill>
                <a:effectLst/>
                <a:uLnTx/>
                <a:uFillTx/>
                <a:latin typeface="Segoe UI"/>
                <a:ea typeface="+mn-ea"/>
                <a:cs typeface="Arial"/>
              </a:rPr>
              <a:t>Keeny Hall 207 – registrar@latech.edu</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000" b="0" i="0" u="none" strike="noStrike" kern="1200" cap="none" spc="0" normalizeH="0" baseline="0" noProof="0" dirty="0">
              <a:ln>
                <a:noFill/>
              </a:ln>
              <a:solidFill>
                <a:srgbClr val="FFFFFF"/>
              </a:solidFill>
              <a:effectLst/>
              <a:uLnTx/>
              <a:uFillTx/>
              <a:latin typeface="Segoe UI"/>
              <a:ea typeface="+mn-ea"/>
              <a:cs typeface="Arial"/>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srgbClr val="FFFFFF"/>
                </a:solidFill>
                <a:effectLst/>
                <a:uLnTx/>
                <a:uFillTx/>
                <a:latin typeface="Segoe UI"/>
                <a:ea typeface="+mn-ea"/>
                <a:cs typeface="Arial"/>
              </a:rPr>
              <a:t>WHAT SERVICES ARE OFFERED?</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srgbClr val="FFFFFF"/>
                </a:solidFill>
                <a:effectLst/>
                <a:uLnTx/>
                <a:uFillTx/>
                <a:latin typeface="Segoe UI"/>
                <a:ea typeface="+mn-ea"/>
                <a:cs typeface="Arial"/>
              </a:rPr>
              <a:t>The Registrar’s Office maintains academic records and:</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FFFFFF"/>
                </a:solidFill>
                <a:effectLst/>
                <a:uLnTx/>
                <a:uFillTx/>
                <a:latin typeface="Segoe UI"/>
                <a:ea typeface="+mn-ea"/>
                <a:cs typeface="Arial"/>
              </a:rPr>
              <a:t>Enrollment Verification (Insurance Discount, Scholarships, etc.)</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FFFFFF"/>
                </a:solidFill>
                <a:effectLst/>
                <a:uLnTx/>
                <a:uFillTx/>
                <a:latin typeface="Segoe UI"/>
                <a:ea typeface="+mn-ea"/>
                <a:cs typeface="Arial"/>
              </a:rPr>
              <a:t>Major Changes</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FFFFFF"/>
                </a:solidFill>
                <a:effectLst/>
                <a:uLnTx/>
                <a:uFillTx/>
                <a:latin typeface="Segoe UI"/>
                <a:ea typeface="+mn-ea"/>
                <a:cs typeface="Arial"/>
              </a:rPr>
              <a:t>Emergency Notification System</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FFFFFF"/>
                </a:solidFill>
                <a:effectLst/>
                <a:uLnTx/>
                <a:uFillTx/>
                <a:latin typeface="Segoe UI"/>
                <a:ea typeface="+mn-ea"/>
                <a:cs typeface="Arial"/>
              </a:rPr>
              <a:t>Graduation Coordination</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FFFFFF"/>
                </a:solidFill>
                <a:effectLst/>
                <a:uLnTx/>
                <a:uFillTx/>
                <a:latin typeface="Segoe UI"/>
                <a:ea typeface="+mn-ea"/>
                <a:cs typeface="Arial"/>
              </a:rPr>
              <a:t>Grade Collection</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FFFFFF"/>
                </a:solidFill>
                <a:effectLst/>
                <a:uLnTx/>
                <a:uFillTx/>
                <a:latin typeface="Segoe UI"/>
                <a:ea typeface="+mn-ea"/>
                <a:cs typeface="Arial"/>
              </a:rPr>
              <a:t>Resignation from the University</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FFFFFF"/>
                </a:solidFill>
                <a:effectLst/>
                <a:uLnTx/>
                <a:uFillTx/>
                <a:latin typeface="Segoe UI"/>
                <a:ea typeface="+mn-ea"/>
                <a:cs typeface="Arial"/>
              </a:rPr>
              <a:t>Maintaining the Academic Calendar </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FFFFFF"/>
                </a:solidFill>
                <a:effectLst/>
                <a:uLnTx/>
                <a:uFillTx/>
                <a:latin typeface="Segoe UI"/>
                <a:ea typeface="+mn-ea"/>
                <a:cs typeface="Arial"/>
              </a:rPr>
              <a:t>Transcript Services</a:t>
            </a:r>
            <a:endParaRPr kumimoji="0" lang="en-US" sz="2000" b="0" i="0" u="none" strike="noStrike" kern="1200" cap="none" spc="0" normalizeH="0" baseline="0" noProof="0" dirty="0">
              <a:ln>
                <a:noFill/>
              </a:ln>
              <a:solidFill>
                <a:srgbClr val="FFFFFF"/>
              </a:solidFill>
              <a:effectLst/>
              <a:uLnTx/>
              <a:uFillTx/>
              <a:latin typeface="Segoe UI"/>
              <a:ea typeface="+mn-ea"/>
              <a:cs typeface="Arial"/>
            </a:endParaRPr>
          </a:p>
        </p:txBody>
      </p:sp>
    </p:spTree>
    <p:extLst>
      <p:ext uri="{BB962C8B-B14F-4D97-AF65-F5344CB8AC3E}">
        <p14:creationId xmlns:p14="http://schemas.microsoft.com/office/powerpoint/2010/main" val="25061423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6FA43-637B-EF8D-3849-CFD9352B9105}"/>
              </a:ext>
            </a:extLst>
          </p:cNvPr>
          <p:cNvSpPr>
            <a:spLocks noGrp="1"/>
          </p:cNvSpPr>
          <p:nvPr>
            <p:ph type="title"/>
          </p:nvPr>
        </p:nvSpPr>
        <p:spPr>
          <a:xfrm>
            <a:off x="251163" y="321598"/>
            <a:ext cx="11689674" cy="1079973"/>
          </a:xfrm>
        </p:spPr>
        <p:txBody>
          <a:bodyPr anchor="ctr"/>
          <a:lstStyle/>
          <a:p>
            <a:r>
              <a:rPr lang="en-US" dirty="0">
                <a:latin typeface="Segoe UI" panose="020B0502040204020203" pitchFamily="34" charset="0"/>
                <a:cs typeface="Segoe UI" panose="020B0502040204020203" pitchFamily="34" charset="0"/>
              </a:rPr>
              <a:t>FINANCIAL AID OFFICE</a:t>
            </a:r>
          </a:p>
        </p:txBody>
      </p:sp>
      <p:pic>
        <p:nvPicPr>
          <p:cNvPr id="12" name="Picture Placeholder 11">
            <a:extLst>
              <a:ext uri="{FF2B5EF4-FFF2-40B4-BE49-F238E27FC236}">
                <a16:creationId xmlns:a16="http://schemas.microsoft.com/office/drawing/2014/main" id="{305341A4-1B00-C8F4-5862-79A826C75023}"/>
              </a:ext>
            </a:extLst>
          </p:cNvPr>
          <p:cNvPicPr>
            <a:picLocks noGrp="1" noChangeAspect="1"/>
          </p:cNvPicPr>
          <p:nvPr>
            <p:ph type="pic" sz="quarter" idx="17"/>
          </p:nvPr>
        </p:nvPicPr>
        <p:blipFill>
          <a:blip r:embed="rId3" cstate="screen">
            <a:extLst>
              <a:ext uri="{28A0092B-C50C-407E-A947-70E740481C1C}">
                <a14:useLocalDpi xmlns:a14="http://schemas.microsoft.com/office/drawing/2010/main"/>
              </a:ext>
            </a:extLst>
          </a:blip>
          <a:stretch>
            <a:fillRect/>
          </a:stretch>
        </p:blipFill>
        <p:spPr>
          <a:xfrm>
            <a:off x="6605722" y="429505"/>
            <a:ext cx="5335115" cy="3557316"/>
          </a:xfrm>
        </p:spPr>
      </p:pic>
      <p:sp>
        <p:nvSpPr>
          <p:cNvPr id="5" name="Text Placeholder 4">
            <a:extLst>
              <a:ext uri="{FF2B5EF4-FFF2-40B4-BE49-F238E27FC236}">
                <a16:creationId xmlns:a16="http://schemas.microsoft.com/office/drawing/2014/main" id="{7015D5B4-5EE7-4CB8-8697-01BD4F744AF7}"/>
              </a:ext>
            </a:extLst>
          </p:cNvPr>
          <p:cNvSpPr txBox="1">
            <a:spLocks/>
          </p:cNvSpPr>
          <p:nvPr/>
        </p:nvSpPr>
        <p:spPr>
          <a:xfrm>
            <a:off x="251163" y="2415057"/>
            <a:ext cx="5606144" cy="1743788"/>
          </a:xfrm>
          <a:prstGeom prst="rect">
            <a:avLst/>
          </a:prstGeom>
        </p:spPr>
        <p:txBody>
          <a:bodyPr vert="horz" lIns="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000" b="0" i="0" u="none" strike="noStrike" kern="1200" cap="none" spc="0" normalizeH="0" baseline="0" noProof="0" dirty="0">
              <a:ln>
                <a:noFill/>
              </a:ln>
              <a:solidFill>
                <a:srgbClr val="FFFFFF"/>
              </a:solidFill>
              <a:effectLst/>
              <a:uLnTx/>
              <a:uFillTx/>
              <a:latin typeface="Segoe UI"/>
              <a:ea typeface="+mn-ea"/>
              <a:cs typeface="Arial"/>
            </a:endParaRPr>
          </a:p>
        </p:txBody>
      </p:sp>
      <p:sp>
        <p:nvSpPr>
          <p:cNvPr id="6" name="Text Placeholder 4">
            <a:extLst>
              <a:ext uri="{FF2B5EF4-FFF2-40B4-BE49-F238E27FC236}">
                <a16:creationId xmlns:a16="http://schemas.microsoft.com/office/drawing/2014/main" id="{EF364620-EF01-4E79-B553-CFDAD29BBB21}"/>
              </a:ext>
            </a:extLst>
          </p:cNvPr>
          <p:cNvSpPr txBox="1">
            <a:spLocks/>
          </p:cNvSpPr>
          <p:nvPr/>
        </p:nvSpPr>
        <p:spPr>
          <a:xfrm>
            <a:off x="251163" y="1401571"/>
            <a:ext cx="7092029" cy="6368901"/>
          </a:xfrm>
          <a:prstGeom prst="rect">
            <a:avLst/>
          </a:prstGeom>
        </p:spPr>
        <p:txBody>
          <a:bodyPr vert="horz" lIns="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srgbClr val="FFFFFF"/>
                </a:solidFill>
                <a:effectLst/>
                <a:uLnTx/>
                <a:uFillTx/>
                <a:latin typeface="Segoe UI"/>
                <a:ea typeface="+mn-ea"/>
                <a:cs typeface="Arial"/>
              </a:rPr>
              <a:t>WHERE IS IT?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rgbClr val="FFFFFF"/>
                </a:solidFill>
                <a:effectLst/>
                <a:uLnTx/>
                <a:uFillTx/>
                <a:latin typeface="Segoe UI"/>
                <a:ea typeface="+mn-ea"/>
                <a:cs typeface="Arial"/>
              </a:rPr>
              <a:t>Keeny Hall 237 – techaid@latech.edu</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000" b="0" i="0" u="none" strike="noStrike" kern="1200" cap="none" spc="0" normalizeH="0" baseline="0" noProof="0" dirty="0">
              <a:ln>
                <a:noFill/>
              </a:ln>
              <a:solidFill>
                <a:srgbClr val="FFFFFF"/>
              </a:solidFill>
              <a:effectLst/>
              <a:uLnTx/>
              <a:uFillTx/>
              <a:latin typeface="Segoe UI"/>
              <a:ea typeface="+mn-ea"/>
              <a:cs typeface="Arial"/>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srgbClr val="FFFFFF"/>
                </a:solidFill>
                <a:effectLst/>
                <a:uLnTx/>
                <a:uFillTx/>
                <a:latin typeface="Segoe UI"/>
                <a:ea typeface="+mn-ea"/>
                <a:cs typeface="Arial"/>
              </a:rPr>
              <a:t>WHAT IS THEIR PURPOSE?</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rgbClr val="FFFFFF"/>
                </a:solidFill>
                <a:effectLst/>
                <a:uLnTx/>
                <a:uFillTx/>
                <a:latin typeface="Segoe UI"/>
                <a:ea typeface="+mn-ea"/>
                <a:cs typeface="Arial"/>
              </a:rPr>
              <a:t>Assists with the process of obtaining financial assistance to offset the cost of attending the university.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000" b="0" i="0" u="none" strike="noStrike" kern="1200" cap="none" spc="0" normalizeH="0" baseline="0" noProof="0" dirty="0">
              <a:ln>
                <a:noFill/>
              </a:ln>
              <a:solidFill>
                <a:srgbClr val="FFFFFF"/>
              </a:solidFill>
              <a:effectLst/>
              <a:uLnTx/>
              <a:uFillTx/>
              <a:latin typeface="Segoe UI"/>
              <a:ea typeface="+mn-ea"/>
              <a:cs typeface="Arial"/>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srgbClr val="FFFFFF"/>
                </a:solidFill>
                <a:effectLst/>
                <a:uLnTx/>
                <a:uFillTx/>
                <a:latin typeface="Segoe UI"/>
                <a:ea typeface="+mn-ea"/>
                <a:cs typeface="Arial"/>
              </a:rPr>
              <a:t>WHAT SERVICES ARE OFFERED?</a:t>
            </a: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FFFFFF"/>
                </a:solidFill>
                <a:effectLst/>
                <a:uLnTx/>
                <a:uFillTx/>
                <a:latin typeface="Segoe UI"/>
                <a:ea typeface="+mn-ea"/>
                <a:cs typeface="Arial"/>
              </a:rPr>
              <a:t>Information and Assistance with FAFSA and TOPS</a:t>
            </a: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FFFFFF"/>
                </a:solidFill>
                <a:effectLst/>
                <a:uLnTx/>
                <a:uFillTx/>
                <a:latin typeface="Segoe UI"/>
                <a:ea typeface="+mn-ea"/>
                <a:cs typeface="Arial"/>
              </a:rPr>
              <a:t>Guidance on University Scholarship Opportunities</a:t>
            </a: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FFFFFF"/>
                </a:solidFill>
                <a:effectLst/>
                <a:uLnTx/>
                <a:uFillTx/>
                <a:latin typeface="Segoe UI"/>
                <a:ea typeface="+mn-ea"/>
                <a:cs typeface="Arial"/>
              </a:rPr>
              <a:t>Academic Works Scholarship Portal</a:t>
            </a: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FFFFFF"/>
                </a:solidFill>
                <a:effectLst/>
                <a:uLnTx/>
                <a:uFillTx/>
                <a:latin typeface="Segoe UI"/>
                <a:ea typeface="+mn-ea"/>
                <a:cs typeface="Arial"/>
              </a:rPr>
              <a:t>On-Campus Student Employment through Federal Work Study Program</a:t>
            </a: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000" b="1" i="0" u="none" strike="noStrike" kern="1200" cap="none" spc="0" normalizeH="0" baseline="0" noProof="0" dirty="0">
              <a:ln>
                <a:noFill/>
              </a:ln>
              <a:solidFill>
                <a:srgbClr val="FFFFFF"/>
              </a:solidFill>
              <a:effectLst/>
              <a:uLnTx/>
              <a:uFillTx/>
              <a:latin typeface="Segoe UI"/>
              <a:ea typeface="+mn-ea"/>
              <a:cs typeface="Arial"/>
            </a:endParaRPr>
          </a:p>
        </p:txBody>
      </p:sp>
    </p:spTree>
    <p:extLst>
      <p:ext uri="{BB962C8B-B14F-4D97-AF65-F5344CB8AC3E}">
        <p14:creationId xmlns:p14="http://schemas.microsoft.com/office/powerpoint/2010/main" val="40335984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6FA43-637B-EF8D-3849-CFD9352B9105}"/>
              </a:ext>
            </a:extLst>
          </p:cNvPr>
          <p:cNvSpPr>
            <a:spLocks noGrp="1"/>
          </p:cNvSpPr>
          <p:nvPr>
            <p:ph type="title"/>
          </p:nvPr>
        </p:nvSpPr>
        <p:spPr>
          <a:xfrm>
            <a:off x="251163" y="193940"/>
            <a:ext cx="11689674" cy="1079973"/>
          </a:xfrm>
        </p:spPr>
        <p:txBody>
          <a:bodyPr anchor="ctr"/>
          <a:lstStyle/>
          <a:p>
            <a:r>
              <a:rPr lang="en-US" dirty="0">
                <a:latin typeface="Segoe UI" panose="020B0502040204020203" pitchFamily="34" charset="0"/>
                <a:cs typeface="Segoe UI" panose="020B0502040204020203" pitchFamily="34" charset="0"/>
              </a:rPr>
              <a:t>THE COMPTROLLER’S OFFICE</a:t>
            </a:r>
          </a:p>
        </p:txBody>
      </p:sp>
      <p:sp>
        <p:nvSpPr>
          <p:cNvPr id="5" name="Text Placeholder 4">
            <a:extLst>
              <a:ext uri="{FF2B5EF4-FFF2-40B4-BE49-F238E27FC236}">
                <a16:creationId xmlns:a16="http://schemas.microsoft.com/office/drawing/2014/main" id="{7015D5B4-5EE7-4CB8-8697-01BD4F744AF7}"/>
              </a:ext>
            </a:extLst>
          </p:cNvPr>
          <p:cNvSpPr txBox="1">
            <a:spLocks/>
          </p:cNvSpPr>
          <p:nvPr/>
        </p:nvSpPr>
        <p:spPr>
          <a:xfrm>
            <a:off x="251163" y="2415057"/>
            <a:ext cx="5606144" cy="1743788"/>
          </a:xfrm>
          <a:prstGeom prst="rect">
            <a:avLst/>
          </a:prstGeom>
        </p:spPr>
        <p:txBody>
          <a:bodyPr vert="horz" lIns="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000" b="0" i="0" u="none" strike="noStrike" kern="1200" cap="none" spc="0" normalizeH="0" baseline="0" noProof="0" dirty="0">
              <a:ln>
                <a:noFill/>
              </a:ln>
              <a:solidFill>
                <a:srgbClr val="FFFFFF"/>
              </a:solidFill>
              <a:effectLst/>
              <a:uLnTx/>
              <a:uFillTx/>
              <a:latin typeface="Segoe UI"/>
              <a:ea typeface="+mn-ea"/>
              <a:cs typeface="Arial"/>
            </a:endParaRPr>
          </a:p>
        </p:txBody>
      </p:sp>
      <p:sp>
        <p:nvSpPr>
          <p:cNvPr id="6" name="Text Placeholder 4">
            <a:extLst>
              <a:ext uri="{FF2B5EF4-FFF2-40B4-BE49-F238E27FC236}">
                <a16:creationId xmlns:a16="http://schemas.microsoft.com/office/drawing/2014/main" id="{EF364620-EF01-4E79-B553-CFDAD29BBB21}"/>
              </a:ext>
            </a:extLst>
          </p:cNvPr>
          <p:cNvSpPr txBox="1">
            <a:spLocks/>
          </p:cNvSpPr>
          <p:nvPr/>
        </p:nvSpPr>
        <p:spPr>
          <a:xfrm>
            <a:off x="251163" y="1347515"/>
            <a:ext cx="7092029" cy="6368901"/>
          </a:xfrm>
          <a:prstGeom prst="rect">
            <a:avLst/>
          </a:prstGeom>
        </p:spPr>
        <p:txBody>
          <a:bodyPr vert="horz" lIns="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srgbClr val="FFFFFF"/>
                </a:solidFill>
                <a:effectLst/>
                <a:uLnTx/>
                <a:uFillTx/>
                <a:latin typeface="Segoe UI"/>
                <a:ea typeface="+mn-ea"/>
                <a:cs typeface="Arial"/>
              </a:rPr>
              <a:t>WHERE IS IT?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rgbClr val="FFFFFF"/>
                </a:solidFill>
                <a:effectLst/>
                <a:uLnTx/>
                <a:uFillTx/>
                <a:latin typeface="Segoe UI"/>
                <a:ea typeface="+mn-ea"/>
                <a:cs typeface="Arial"/>
              </a:rPr>
              <a:t>     Keeny Hall 103 – cashier@latech.edu</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rgbClr val="FFFFFF"/>
                </a:solidFill>
                <a:effectLst/>
                <a:uLnTx/>
                <a:uFillTx/>
                <a:latin typeface="Segoe UI"/>
                <a:ea typeface="+mn-ea"/>
                <a:cs typeface="Arial"/>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srgbClr val="FFFFFF"/>
                </a:solidFill>
                <a:effectLst/>
                <a:uLnTx/>
                <a:uFillTx/>
                <a:latin typeface="Segoe UI"/>
                <a:ea typeface="+mn-ea"/>
                <a:cs typeface="Arial"/>
              </a:rPr>
              <a:t>WHAT IS THEIR PURPOSE?</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rgbClr val="FFFFFF"/>
                </a:solidFill>
                <a:effectLst/>
                <a:uLnTx/>
                <a:uFillTx/>
                <a:latin typeface="Segoe UI"/>
                <a:ea typeface="+mn-ea"/>
                <a:cs typeface="Arial"/>
              </a:rPr>
              <a:t>Home of many of the financial activities of the campus including accounts receivable &amp; payable, payroll, and accounting.</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000" b="0" i="0" u="none" strike="noStrike" kern="1200" cap="none" spc="0" normalizeH="0" baseline="0" noProof="0" dirty="0">
              <a:ln>
                <a:noFill/>
              </a:ln>
              <a:solidFill>
                <a:srgbClr val="FFFFFF"/>
              </a:solidFill>
              <a:effectLst/>
              <a:uLnTx/>
              <a:uFillTx/>
              <a:latin typeface="Segoe UI"/>
              <a:ea typeface="+mn-ea"/>
              <a:cs typeface="Arial"/>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srgbClr val="FFFFFF"/>
                </a:solidFill>
                <a:effectLst/>
                <a:uLnTx/>
                <a:uFillTx/>
                <a:latin typeface="Segoe UI"/>
                <a:ea typeface="+mn-ea"/>
                <a:cs typeface="Arial"/>
              </a:rPr>
              <a:t>WHAT SERVICES ARE OFFERED?</a:t>
            </a: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FFFFFF"/>
                </a:solidFill>
                <a:effectLst/>
                <a:uLnTx/>
                <a:uFillTx/>
                <a:latin typeface="Segoe UI"/>
                <a:ea typeface="+mn-ea"/>
                <a:cs typeface="Arial"/>
              </a:rPr>
              <a:t>Tuition &amp; Fees Collection</a:t>
            </a: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FFFFFF"/>
                </a:solidFill>
                <a:effectLst/>
                <a:uLnTx/>
                <a:uFillTx/>
                <a:latin typeface="Segoe UI"/>
                <a:ea typeface="+mn-ea"/>
                <a:cs typeface="Arial"/>
              </a:rPr>
              <a:t>Refund Checks &amp; Electronic Deposits</a:t>
            </a: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FFFFFF"/>
                </a:solidFill>
                <a:effectLst/>
                <a:uLnTx/>
                <a:uFillTx/>
                <a:latin typeface="Segoe UI"/>
                <a:ea typeface="+mn-ea"/>
                <a:cs typeface="Arial"/>
              </a:rPr>
              <a:t>Tech Express (more on next slide)</a:t>
            </a: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FFFFFF"/>
                </a:solidFill>
                <a:effectLst/>
                <a:uLnTx/>
                <a:uFillTx/>
                <a:latin typeface="Segoe UI"/>
                <a:ea typeface="+mn-ea"/>
                <a:cs typeface="Arial"/>
              </a:rPr>
              <a:t>Travel Reimbursements</a:t>
            </a: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srgbClr val="FFFFFF"/>
              </a:solidFill>
              <a:effectLst/>
              <a:uLnTx/>
              <a:uFillTx/>
              <a:latin typeface="Segoe UI"/>
              <a:ea typeface="+mn-ea"/>
              <a:cs typeface="Arial"/>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000" b="1" i="0" u="none" strike="noStrike" kern="1200" cap="none" spc="0" normalizeH="0" baseline="0" noProof="0" dirty="0">
              <a:ln>
                <a:noFill/>
              </a:ln>
              <a:solidFill>
                <a:srgbClr val="FFFFFF"/>
              </a:solidFill>
              <a:effectLst/>
              <a:uLnTx/>
              <a:uFillTx/>
              <a:latin typeface="Segoe UI"/>
              <a:ea typeface="+mn-ea"/>
              <a:cs typeface="Arial"/>
            </a:endParaRPr>
          </a:p>
        </p:txBody>
      </p:sp>
      <p:pic>
        <p:nvPicPr>
          <p:cNvPr id="7" name="Picture Placeholder 11">
            <a:extLst>
              <a:ext uri="{FF2B5EF4-FFF2-40B4-BE49-F238E27FC236}">
                <a16:creationId xmlns:a16="http://schemas.microsoft.com/office/drawing/2014/main" id="{98BC1634-7FC6-4DB8-8E78-946EC174057E}"/>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6795796" y="733926"/>
            <a:ext cx="5031868" cy="3685429"/>
          </a:xfrm>
          <a:custGeom>
            <a:avLst/>
            <a:gdLst>
              <a:gd name="connsiteX0" fmla="*/ 2063400 w 4126800"/>
              <a:gd name="connsiteY0" fmla="*/ 0 h 4126800"/>
              <a:gd name="connsiteX1" fmla="*/ 4126800 w 4126800"/>
              <a:gd name="connsiteY1" fmla="*/ 2063400 h 4126800"/>
              <a:gd name="connsiteX2" fmla="*/ 2063400 w 4126800"/>
              <a:gd name="connsiteY2" fmla="*/ 4126800 h 4126800"/>
              <a:gd name="connsiteX3" fmla="*/ 0 w 4126800"/>
              <a:gd name="connsiteY3" fmla="*/ 2063400 h 4126800"/>
              <a:gd name="connsiteX4" fmla="*/ 2063400 w 4126800"/>
              <a:gd name="connsiteY4" fmla="*/ 0 h 4126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6800" h="4126800">
                <a:moveTo>
                  <a:pt x="2063400" y="0"/>
                </a:moveTo>
                <a:cubicBezTo>
                  <a:pt x="3202984" y="0"/>
                  <a:pt x="4126800" y="923816"/>
                  <a:pt x="4126800" y="2063400"/>
                </a:cubicBezTo>
                <a:cubicBezTo>
                  <a:pt x="4126800" y="3202984"/>
                  <a:pt x="3202984" y="4126800"/>
                  <a:pt x="2063400" y="4126800"/>
                </a:cubicBezTo>
                <a:cubicBezTo>
                  <a:pt x="923816" y="4126800"/>
                  <a:pt x="0" y="3202984"/>
                  <a:pt x="0" y="2063400"/>
                </a:cubicBezTo>
                <a:cubicBezTo>
                  <a:pt x="0" y="923816"/>
                  <a:pt x="923816" y="0"/>
                  <a:pt x="2063400" y="0"/>
                </a:cubicBezTo>
                <a:close/>
              </a:path>
            </a:pathLst>
          </a:custGeom>
        </p:spPr>
      </p:pic>
    </p:spTree>
    <p:extLst>
      <p:ext uri="{BB962C8B-B14F-4D97-AF65-F5344CB8AC3E}">
        <p14:creationId xmlns:p14="http://schemas.microsoft.com/office/powerpoint/2010/main" val="1288870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6FA43-637B-EF8D-3849-CFD9352B9105}"/>
              </a:ext>
            </a:extLst>
          </p:cNvPr>
          <p:cNvSpPr>
            <a:spLocks noGrp="1"/>
          </p:cNvSpPr>
          <p:nvPr>
            <p:ph type="title"/>
          </p:nvPr>
        </p:nvSpPr>
        <p:spPr>
          <a:xfrm>
            <a:off x="251163" y="193940"/>
            <a:ext cx="11689674" cy="1079973"/>
          </a:xfrm>
        </p:spPr>
        <p:txBody>
          <a:bodyPr anchor="ctr"/>
          <a:lstStyle/>
          <a:p>
            <a:r>
              <a:rPr lang="en-US" dirty="0">
                <a:latin typeface="Segoe UI" panose="020B0502040204020203" pitchFamily="34" charset="0"/>
                <a:cs typeface="Segoe UI" panose="020B0502040204020203" pitchFamily="34" charset="0"/>
              </a:rPr>
              <a:t>THE TECH EXPRESS OFFICE</a:t>
            </a:r>
          </a:p>
        </p:txBody>
      </p:sp>
      <p:sp>
        <p:nvSpPr>
          <p:cNvPr id="5" name="Text Placeholder 4">
            <a:extLst>
              <a:ext uri="{FF2B5EF4-FFF2-40B4-BE49-F238E27FC236}">
                <a16:creationId xmlns:a16="http://schemas.microsoft.com/office/drawing/2014/main" id="{7015D5B4-5EE7-4CB8-8697-01BD4F744AF7}"/>
              </a:ext>
            </a:extLst>
          </p:cNvPr>
          <p:cNvSpPr txBox="1">
            <a:spLocks/>
          </p:cNvSpPr>
          <p:nvPr/>
        </p:nvSpPr>
        <p:spPr>
          <a:xfrm>
            <a:off x="251163" y="2415057"/>
            <a:ext cx="5606144" cy="1743788"/>
          </a:xfrm>
          <a:prstGeom prst="rect">
            <a:avLst/>
          </a:prstGeom>
        </p:spPr>
        <p:txBody>
          <a:bodyPr vert="horz" lIns="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000" b="0" i="0" u="none" strike="noStrike" kern="1200" cap="none" spc="0" normalizeH="0" baseline="0" noProof="0" dirty="0">
              <a:ln>
                <a:noFill/>
              </a:ln>
              <a:solidFill>
                <a:srgbClr val="FFFFFF"/>
              </a:solidFill>
              <a:effectLst/>
              <a:uLnTx/>
              <a:uFillTx/>
              <a:latin typeface="Segoe UI"/>
              <a:ea typeface="+mn-ea"/>
              <a:cs typeface="Arial"/>
            </a:endParaRPr>
          </a:p>
        </p:txBody>
      </p:sp>
      <p:sp>
        <p:nvSpPr>
          <p:cNvPr id="6" name="Text Placeholder 4">
            <a:extLst>
              <a:ext uri="{FF2B5EF4-FFF2-40B4-BE49-F238E27FC236}">
                <a16:creationId xmlns:a16="http://schemas.microsoft.com/office/drawing/2014/main" id="{EF364620-EF01-4E79-B553-CFDAD29BBB21}"/>
              </a:ext>
            </a:extLst>
          </p:cNvPr>
          <p:cNvSpPr txBox="1">
            <a:spLocks/>
          </p:cNvSpPr>
          <p:nvPr/>
        </p:nvSpPr>
        <p:spPr>
          <a:xfrm>
            <a:off x="251163" y="1347515"/>
            <a:ext cx="7092029" cy="6368901"/>
          </a:xfrm>
          <a:prstGeom prst="rect">
            <a:avLst/>
          </a:prstGeom>
        </p:spPr>
        <p:txBody>
          <a:bodyPr vert="horz" lIns="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srgbClr val="FFFFFF"/>
                </a:solidFill>
                <a:effectLst/>
                <a:uLnTx/>
                <a:uFillTx/>
                <a:latin typeface="Segoe UI"/>
                <a:ea typeface="+mn-ea"/>
                <a:cs typeface="Arial"/>
              </a:rPr>
              <a:t>WHERE IS IT?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rgbClr val="FFFFFF"/>
                </a:solidFill>
                <a:effectLst/>
                <a:uLnTx/>
                <a:uFillTx/>
                <a:latin typeface="Segoe UI"/>
                <a:ea typeface="+mn-ea"/>
                <a:cs typeface="Arial"/>
              </a:rPr>
              <a:t>Keeny Hall – 1</a:t>
            </a:r>
            <a:r>
              <a:rPr kumimoji="0" lang="en-US" sz="2000" b="0" i="0" u="none" strike="noStrike" kern="1200" cap="none" spc="0" normalizeH="0" baseline="30000" noProof="0" dirty="0">
                <a:ln>
                  <a:noFill/>
                </a:ln>
                <a:solidFill>
                  <a:srgbClr val="FFFFFF"/>
                </a:solidFill>
                <a:effectLst/>
                <a:uLnTx/>
                <a:uFillTx/>
                <a:latin typeface="Segoe UI"/>
                <a:ea typeface="+mn-ea"/>
                <a:cs typeface="Arial"/>
              </a:rPr>
              <a:t>st</a:t>
            </a:r>
            <a:r>
              <a:rPr kumimoji="0" lang="en-US" sz="2000" b="0" i="0" u="none" strike="noStrike" kern="1200" cap="none" spc="0" normalizeH="0" baseline="0" noProof="0" dirty="0">
                <a:ln>
                  <a:noFill/>
                </a:ln>
                <a:solidFill>
                  <a:srgbClr val="FFFFFF"/>
                </a:solidFill>
                <a:effectLst/>
                <a:uLnTx/>
                <a:uFillTx/>
                <a:latin typeface="Segoe UI"/>
                <a:ea typeface="+mn-ea"/>
                <a:cs typeface="Arial"/>
              </a:rPr>
              <a:t> Floor (Cashier’s Office)– express@latech.edu</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rgbClr val="FFFFFF"/>
                </a:solidFill>
                <a:effectLst/>
                <a:uLnTx/>
                <a:uFillTx/>
                <a:latin typeface="Segoe UI"/>
                <a:ea typeface="+mn-ea"/>
                <a:cs typeface="Arial"/>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srgbClr val="FFFFFF"/>
                </a:solidFill>
                <a:effectLst/>
                <a:uLnTx/>
                <a:uFillTx/>
                <a:latin typeface="Segoe UI"/>
                <a:ea typeface="+mn-ea"/>
                <a:cs typeface="Arial"/>
              </a:rPr>
              <a:t>WHAT IS THEIR PURPOSE?</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rgbClr val="FFFFFF"/>
                </a:solidFill>
                <a:effectLst/>
                <a:uLnTx/>
                <a:uFillTx/>
                <a:latin typeface="Segoe UI"/>
                <a:ea typeface="+mn-ea"/>
                <a:cs typeface="Arial"/>
              </a:rPr>
              <a:t>Distributes and manages Student ID cards and related functions.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000" b="0" i="0" u="none" strike="noStrike" kern="1200" cap="none" spc="0" normalizeH="0" baseline="0" noProof="0" dirty="0">
              <a:ln>
                <a:noFill/>
              </a:ln>
              <a:solidFill>
                <a:srgbClr val="FFFFFF"/>
              </a:solidFill>
              <a:effectLst/>
              <a:uLnTx/>
              <a:uFillTx/>
              <a:latin typeface="Segoe UI"/>
              <a:ea typeface="+mn-ea"/>
              <a:cs typeface="Arial"/>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srgbClr val="FFFFFF"/>
                </a:solidFill>
                <a:effectLst/>
                <a:uLnTx/>
                <a:uFillTx/>
                <a:latin typeface="Segoe UI"/>
                <a:ea typeface="+mn-ea"/>
                <a:cs typeface="Arial"/>
              </a:rPr>
              <a:t>HOW CAN THEY HELP ME?</a:t>
            </a: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FFFFFF"/>
                </a:solidFill>
                <a:effectLst/>
                <a:uLnTx/>
                <a:uFillTx/>
                <a:latin typeface="Segoe UI"/>
                <a:ea typeface="+mn-ea"/>
                <a:cs typeface="Arial"/>
              </a:rPr>
              <a:t>Make and replace University ID Cards</a:t>
            </a: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FFFFFF"/>
                </a:solidFill>
                <a:effectLst/>
                <a:uLnTx/>
                <a:uFillTx/>
                <a:latin typeface="Segoe UI"/>
                <a:ea typeface="+mn-ea"/>
                <a:cs typeface="Arial"/>
              </a:rPr>
              <a:t>Assist with managing your Dining Meal Plans</a:t>
            </a: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FFFFFF"/>
                </a:solidFill>
                <a:effectLst/>
                <a:uLnTx/>
                <a:uFillTx/>
                <a:latin typeface="Segoe UI"/>
                <a:ea typeface="+mn-ea"/>
                <a:cs typeface="Arial"/>
              </a:rPr>
              <a:t>Helps set up and manage your Tech Express Account</a:t>
            </a:r>
          </a:p>
          <a:p>
            <a:pPr marL="1028700" marR="0" lvl="1" indent="-3429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Segoe UI"/>
                <a:ea typeface="+mn-ea"/>
                <a:cs typeface="Arial"/>
              </a:rPr>
              <a:t>Tech Express can be used across campus at ALL on campus dining locations, the bookstore, and various vending machines.</a:t>
            </a:r>
          </a:p>
          <a:p>
            <a:pPr marL="1028700" marR="0" lvl="1" indent="-3429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Segoe UI"/>
                <a:ea typeface="+mn-ea"/>
                <a:cs typeface="Arial"/>
              </a:rPr>
              <a:t>Can also be used off-campus at certain locations including; Dairy Queen, </a:t>
            </a:r>
            <a:r>
              <a:rPr kumimoji="0" lang="en-US" sz="1400" b="0" i="0" u="none" strike="noStrike" kern="1200" cap="none" spc="0" normalizeH="0" baseline="0" noProof="0" dirty="0" err="1">
                <a:ln>
                  <a:noFill/>
                </a:ln>
                <a:solidFill>
                  <a:srgbClr val="FFFFFF"/>
                </a:solidFill>
                <a:effectLst/>
                <a:uLnTx/>
                <a:uFillTx/>
                <a:latin typeface="Segoe UI"/>
                <a:ea typeface="+mn-ea"/>
                <a:cs typeface="Arial"/>
              </a:rPr>
              <a:t>Newk’s</a:t>
            </a:r>
            <a:r>
              <a:rPr kumimoji="0" lang="en-US" sz="1400" b="0" i="0" u="none" strike="noStrike" kern="1200" cap="none" spc="0" normalizeH="0" baseline="0" noProof="0" dirty="0">
                <a:ln>
                  <a:noFill/>
                </a:ln>
                <a:solidFill>
                  <a:srgbClr val="FFFFFF"/>
                </a:solidFill>
                <a:effectLst/>
                <a:uLnTx/>
                <a:uFillTx/>
                <a:latin typeface="Segoe UI"/>
                <a:ea typeface="+mn-ea"/>
                <a:cs typeface="Arial"/>
              </a:rPr>
              <a:t> Eatery, Flying Burger and Seafood, Smoothie King, and MORE!!</a:t>
            </a:r>
            <a:endParaRPr kumimoji="0" lang="en-US" sz="2000" b="1" i="0" u="none" strike="noStrike" kern="1200" cap="none" spc="0" normalizeH="0" baseline="0" noProof="0" dirty="0">
              <a:ln>
                <a:noFill/>
              </a:ln>
              <a:solidFill>
                <a:srgbClr val="FFFFFF"/>
              </a:solidFill>
              <a:effectLst/>
              <a:uLnTx/>
              <a:uFillTx/>
              <a:latin typeface="Segoe UI"/>
              <a:ea typeface="+mn-ea"/>
              <a:cs typeface="Arial"/>
            </a:endParaRPr>
          </a:p>
        </p:txBody>
      </p:sp>
      <p:pic>
        <p:nvPicPr>
          <p:cNvPr id="7" name="Picture Placeholder 11">
            <a:extLst>
              <a:ext uri="{FF2B5EF4-FFF2-40B4-BE49-F238E27FC236}">
                <a16:creationId xmlns:a16="http://schemas.microsoft.com/office/drawing/2014/main" id="{98BC1634-7FC6-4DB8-8E78-946EC174057E}"/>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7569847" y="854132"/>
            <a:ext cx="3826838" cy="3657600"/>
          </a:xfrm>
          <a:prstGeom prst="roundRect">
            <a:avLst/>
          </a:prstGeom>
          <a:ln w="28575">
            <a:solidFill>
              <a:schemeClr val="accent1"/>
            </a:solidFill>
          </a:ln>
        </p:spPr>
      </p:pic>
    </p:spTree>
    <p:extLst>
      <p:ext uri="{BB962C8B-B14F-4D97-AF65-F5344CB8AC3E}">
        <p14:creationId xmlns:p14="http://schemas.microsoft.com/office/powerpoint/2010/main" val="213653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462D7-27D2-94DC-1264-B79226686001}"/>
              </a:ext>
            </a:extLst>
          </p:cNvPr>
          <p:cNvSpPr>
            <a:spLocks noGrp="1"/>
          </p:cNvSpPr>
          <p:nvPr>
            <p:ph type="title"/>
          </p:nvPr>
        </p:nvSpPr>
        <p:spPr>
          <a:xfrm>
            <a:off x="741255" y="334567"/>
            <a:ext cx="10709490" cy="1160145"/>
          </a:xfrm>
        </p:spPr>
        <p:txBody>
          <a:bodyPr/>
          <a:lstStyle/>
          <a:p>
            <a:r>
              <a:rPr lang="en-US" sz="6000" dirty="0">
                <a:latin typeface="Segoe UI"/>
              </a:rPr>
              <a:t>What’s Holding You Back? (Activity 7.2)</a:t>
            </a:r>
          </a:p>
        </p:txBody>
      </p:sp>
      <p:sp>
        <p:nvSpPr>
          <p:cNvPr id="15" name="Text Placeholder 14">
            <a:extLst>
              <a:ext uri="{FF2B5EF4-FFF2-40B4-BE49-F238E27FC236}">
                <a16:creationId xmlns:a16="http://schemas.microsoft.com/office/drawing/2014/main" id="{B61A2D1D-0937-D2AC-EE47-05940DD770E0}"/>
              </a:ext>
            </a:extLst>
          </p:cNvPr>
          <p:cNvSpPr>
            <a:spLocks noGrp="1"/>
          </p:cNvSpPr>
          <p:nvPr>
            <p:ph sz="quarter" idx="27"/>
          </p:nvPr>
        </p:nvSpPr>
        <p:spPr>
          <a:xfrm>
            <a:off x="741255" y="2488811"/>
            <a:ext cx="7979757" cy="2218871"/>
          </a:xfrm>
        </p:spPr>
        <p:txBody>
          <a:bodyPr vert="horz" lIns="0" tIns="0" rIns="0" bIns="0" rtlCol="0" anchor="t">
            <a:noAutofit/>
          </a:bodyPr>
          <a:lstStyle/>
          <a:p>
            <a:pPr marL="0" indent="0" algn="ctr">
              <a:buNone/>
            </a:pPr>
            <a:r>
              <a:rPr lang="en-US" sz="4000" dirty="0">
                <a:latin typeface="Segoe UI"/>
                <a:cs typeface="Arial"/>
              </a:rPr>
              <a:t>What concerns or challenges do you have about being a college student? What is keeping you from seeking the assistance from the resources mentioned in this chapter? How can you overcome this resistance?</a:t>
            </a:r>
            <a:endParaRPr lang="en-US" sz="4000" dirty="0">
              <a:latin typeface="Segoe UI"/>
            </a:endParaRPr>
          </a:p>
        </p:txBody>
      </p:sp>
    </p:spTree>
    <p:extLst>
      <p:ext uri="{BB962C8B-B14F-4D97-AF65-F5344CB8AC3E}">
        <p14:creationId xmlns:p14="http://schemas.microsoft.com/office/powerpoint/2010/main" val="4130254997"/>
      </p:ext>
    </p:extLst>
  </p:cSld>
  <p:clrMapOvr>
    <a:masterClrMapping/>
  </p:clrMapOvr>
</p:sld>
</file>

<file path=ppt/theme/theme1.xml><?xml version="1.0" encoding="utf-8"?>
<a:theme xmlns:a="http://schemas.openxmlformats.org/drawingml/2006/main" name="FYE Master Theme">
  <a:themeElements>
    <a:clrScheme name="Tech Colors">
      <a:dk1>
        <a:srgbClr val="000000"/>
      </a:dk1>
      <a:lt1>
        <a:srgbClr val="FFFFFF"/>
      </a:lt1>
      <a:dk2>
        <a:srgbClr val="003087"/>
      </a:dk2>
      <a:lt2>
        <a:srgbClr val="E7E6E6"/>
      </a:lt2>
      <a:accent1>
        <a:srgbClr val="CB333B"/>
      </a:accent1>
      <a:accent2>
        <a:srgbClr val="69B3E7"/>
      </a:accent2>
      <a:accent3>
        <a:srgbClr val="003087"/>
      </a:accent3>
      <a:accent4>
        <a:srgbClr val="0A3254"/>
      </a:accent4>
      <a:accent5>
        <a:srgbClr val="C6DAE7"/>
      </a:accent5>
      <a:accent6>
        <a:srgbClr val="B73E26"/>
      </a:accent6>
      <a:hlink>
        <a:srgbClr val="A2AAAD"/>
      </a:hlink>
      <a:folHlink>
        <a:srgbClr val="0A3254"/>
      </a:folHlink>
    </a:clrScheme>
    <a:fontScheme name="FYE Preset">
      <a:majorFont>
        <a:latin typeface="Segoe UI Black"/>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YE Master Theme" id="{23E53EA7-8BFA-486B-A80D-9F0A33E7E0C9}" vid="{0E37A176-8147-4D86-8613-5379B654344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FYE Master Theme</Template>
  <TotalTime>8</TotalTime>
  <Words>1633</Words>
  <Application>Microsoft Office PowerPoint</Application>
  <PresentationFormat>Widescreen</PresentationFormat>
  <Paragraphs>227</Paragraphs>
  <Slides>25</Slides>
  <Notes>25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Aptos</vt:lpstr>
      <vt:lpstr>Arial</vt:lpstr>
      <vt:lpstr>Arial Black</vt:lpstr>
      <vt:lpstr>Segoe UI</vt:lpstr>
      <vt:lpstr>Segoe UI Black</vt:lpstr>
      <vt:lpstr>Segoe UI Light</vt:lpstr>
      <vt:lpstr>FYE Master Theme</vt:lpstr>
      <vt:lpstr>UNDERSTANDING ACADEMIC TERMS</vt:lpstr>
      <vt:lpstr>CHAPTER OBJECTIVES</vt:lpstr>
      <vt:lpstr>“What college are you in?”</vt:lpstr>
      <vt:lpstr>TECH’S FIVE COLLEGES</vt:lpstr>
      <vt:lpstr>University Structure</vt:lpstr>
      <vt:lpstr>So who is in charge?</vt:lpstr>
      <vt:lpstr>UNIVERSITY PRESIDENT</vt:lpstr>
      <vt:lpstr>UNIVERSITY PROVOST The Chief Academic Officer of Louisiana Tech</vt:lpstr>
      <vt:lpstr>THE VICE PRESIDENTS</vt:lpstr>
      <vt:lpstr>COLLEGE DEANS</vt:lpstr>
      <vt:lpstr>UNIVERSITY POLICIES</vt:lpstr>
      <vt:lpstr>ACADEMIC PROGRAMS</vt:lpstr>
      <vt:lpstr>CALCULATING GPA</vt:lpstr>
      <vt:lpstr>CALCULATING GPA</vt:lpstr>
      <vt:lpstr>UTILIZING ACADEMIC RESOURCES</vt:lpstr>
      <vt:lpstr>CHAPTER OBJECTIVES</vt:lpstr>
      <vt:lpstr>PowerPoint Presentation</vt:lpstr>
      <vt:lpstr>BULLDOG ACHIEVEMENT RESOURCE CENTER “The BARC”</vt:lpstr>
      <vt:lpstr>THE HONORS COLLEGE</vt:lpstr>
      <vt:lpstr>LIBRARY SERVICES</vt:lpstr>
      <vt:lpstr>THE REGISTRAR’S OFFICE</vt:lpstr>
      <vt:lpstr>FINANCIAL AID OFFICE</vt:lpstr>
      <vt:lpstr>THE COMPTROLLER’S OFFICE</vt:lpstr>
      <vt:lpstr>THE TECH EXPRESS OFFICE</vt:lpstr>
      <vt:lpstr>What’s Holding You Back? (Activity 7.2)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Elton Taylor</dc:creator>
  <cp:lastModifiedBy>William Long</cp:lastModifiedBy>
  <cp:revision>2</cp:revision>
  <dcterms:created xsi:type="dcterms:W3CDTF">2025-08-11T01:48:16Z</dcterms:created>
  <dcterms:modified xsi:type="dcterms:W3CDTF">2025-09-08T14:54:38Z</dcterms:modified>
</cp:coreProperties>
</file>